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9" r:id="rId4"/>
  </p:sldMasterIdLst>
  <p:notesMasterIdLst>
    <p:notesMasterId r:id="rId12"/>
  </p:notesMasterIdLst>
  <p:sldIdLst>
    <p:sldId id="294" r:id="rId5"/>
    <p:sldId id="283" r:id="rId6"/>
    <p:sldId id="284" r:id="rId7"/>
    <p:sldId id="285" r:id="rId8"/>
    <p:sldId id="286" r:id="rId9"/>
    <p:sldId id="289" r:id="rId10"/>
    <p:sldId id="292" r:id="rId11"/>
    <p:sldId id="288" r:id="rId13"/>
    <p:sldId id="290" r:id="rId14"/>
    <p:sldId id="291" r:id="rId15"/>
  </p:sldIdLst>
  <p:sldSz cx="12191365" cy="6858000" type="screen4x3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424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7.xml"/><Relationship Id="rId4" Type="http://schemas.openxmlformats.org/officeDocument/2006/relationships/image" Target="../media/image1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20.xml"/><Relationship Id="rId4" Type="http://schemas.openxmlformats.org/officeDocument/2006/relationships/image" Target="../media/image1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29.xml"/><Relationship Id="rId4" Type="http://schemas.openxmlformats.org/officeDocument/2006/relationships/image" Target="../media/image1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49.xml"/><Relationship Id="rId4" Type="http://schemas.openxmlformats.org/officeDocument/2006/relationships/image" Target="../media/image1.png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image" Target="../media/image7.png"/><Relationship Id="rId5" Type="http://schemas.openxmlformats.org/officeDocument/2006/relationships/tags" Target="../tags/tag58.xml"/><Relationship Id="rId4" Type="http://schemas.openxmlformats.org/officeDocument/2006/relationships/image" Target="../media/image6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image" Target="../media/image7.png"/><Relationship Id="rId5" Type="http://schemas.openxmlformats.org/officeDocument/2006/relationships/tags" Target="../tags/tag66.xml"/><Relationship Id="rId4" Type="http://schemas.openxmlformats.org/officeDocument/2006/relationships/image" Target="../media/image6.png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10.png"/><Relationship Id="rId7" Type="http://schemas.openxmlformats.org/officeDocument/2006/relationships/tags" Target="../tags/tag74.xml"/><Relationship Id="rId6" Type="http://schemas.openxmlformats.org/officeDocument/2006/relationships/image" Target="../media/image9.png"/><Relationship Id="rId5" Type="http://schemas.openxmlformats.org/officeDocument/2006/relationships/tags" Target="../tags/tag73.xml"/><Relationship Id="rId4" Type="http://schemas.openxmlformats.org/officeDocument/2006/relationships/image" Target="../media/image8.jpeg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81.xml"/><Relationship Id="rId3" Type="http://schemas.openxmlformats.org/officeDocument/2006/relationships/image" Target="../media/image1.png"/><Relationship Id="rId2" Type="http://schemas.openxmlformats.org/officeDocument/2006/relationships/tags" Target="../tags/tag80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image" Target="../media/image7.png"/><Relationship Id="rId5" Type="http://schemas.openxmlformats.org/officeDocument/2006/relationships/tags" Target="../tags/tag88.xml"/><Relationship Id="rId4" Type="http://schemas.openxmlformats.org/officeDocument/2006/relationships/image" Target="../media/image6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image" Target="../media/image5.png"/><Relationship Id="rId2" Type="http://schemas.openxmlformats.org/officeDocument/2006/relationships/tags" Target="../tags/tag94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image" Target="../media/image5.png"/><Relationship Id="rId2" Type="http://schemas.openxmlformats.org/officeDocument/2006/relationships/tags" Target="../tags/tag102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image" Target="../media/image12.png"/><Relationship Id="rId2" Type="http://schemas.openxmlformats.org/officeDocument/2006/relationships/tags" Target="../tags/tag110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image" Target="../media/image12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image" Target="../media/image13.png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1" Type="http://schemas.openxmlformats.org/officeDocument/2006/relationships/image" Target="../media/image14.png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148.xml"/><Relationship Id="rId4" Type="http://schemas.openxmlformats.org/officeDocument/2006/relationships/image" Target="../media/image1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image" Target="../media/image4.png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161.xml"/><Relationship Id="rId4" Type="http://schemas.openxmlformats.org/officeDocument/2006/relationships/image" Target="../media/image1.png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170.xml"/><Relationship Id="rId4" Type="http://schemas.openxmlformats.org/officeDocument/2006/relationships/image" Target="../media/image1.png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microsoft.com/office/2007/relationships/hdphoto" Target="../media/image3.wdp"/><Relationship Id="rId6" Type="http://schemas.openxmlformats.org/officeDocument/2006/relationships/image" Target="../media/image2.png"/><Relationship Id="rId5" Type="http://schemas.openxmlformats.org/officeDocument/2006/relationships/tags" Target="../tags/tag190.xml"/><Relationship Id="rId4" Type="http://schemas.openxmlformats.org/officeDocument/2006/relationships/image" Target="../media/image1.png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3" Type="http://schemas.openxmlformats.org/officeDocument/2006/relationships/tags" Target="../tags/tag196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image" Target="../media/image7.png"/><Relationship Id="rId5" Type="http://schemas.openxmlformats.org/officeDocument/2006/relationships/tags" Target="../tags/tag199.xml"/><Relationship Id="rId4" Type="http://schemas.openxmlformats.org/officeDocument/2006/relationships/image" Target="../media/image6.png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7.png"/><Relationship Id="rId5" Type="http://schemas.openxmlformats.org/officeDocument/2006/relationships/tags" Target="../tags/tag207.xml"/><Relationship Id="rId4" Type="http://schemas.openxmlformats.org/officeDocument/2006/relationships/image" Target="../media/image6.png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0" Type="http://schemas.openxmlformats.org/officeDocument/2006/relationships/tags" Target="../tags/tag211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image" Target="../media/image10.png"/><Relationship Id="rId7" Type="http://schemas.openxmlformats.org/officeDocument/2006/relationships/tags" Target="../tags/tag215.xml"/><Relationship Id="rId6" Type="http://schemas.openxmlformats.org/officeDocument/2006/relationships/image" Target="../media/image9.png"/><Relationship Id="rId5" Type="http://schemas.openxmlformats.org/officeDocument/2006/relationships/tags" Target="../tags/tag214.xml"/><Relationship Id="rId4" Type="http://schemas.openxmlformats.org/officeDocument/2006/relationships/image" Target="../media/image8.jpeg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222.xml"/><Relationship Id="rId3" Type="http://schemas.openxmlformats.org/officeDocument/2006/relationships/image" Target="../media/image1.png"/><Relationship Id="rId2" Type="http://schemas.openxmlformats.org/officeDocument/2006/relationships/tags" Target="../tags/tag221.xml"/><Relationship Id="rId10" Type="http://schemas.openxmlformats.org/officeDocument/2006/relationships/tags" Target="../tags/tag226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image" Target="../media/image7.png"/><Relationship Id="rId5" Type="http://schemas.openxmlformats.org/officeDocument/2006/relationships/tags" Target="../tags/tag229.xml"/><Relationship Id="rId4" Type="http://schemas.openxmlformats.org/officeDocument/2006/relationships/image" Target="../media/image6.png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image" Target="../media/image5.png"/><Relationship Id="rId2" Type="http://schemas.openxmlformats.org/officeDocument/2006/relationships/tags" Target="../tags/tag235.xml"/><Relationship Id="rId10" Type="http://schemas.openxmlformats.org/officeDocument/2006/relationships/tags" Target="../tags/tag242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image" Target="../media/image5.png"/><Relationship Id="rId2" Type="http://schemas.openxmlformats.org/officeDocument/2006/relationships/tags" Target="../tags/tag243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image" Target="../media/image12.png"/><Relationship Id="rId2" Type="http://schemas.openxmlformats.org/officeDocument/2006/relationships/tags" Target="../tags/tag251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image" Target="../media/image12.png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image" Target="../media/image13.png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1" Type="http://schemas.openxmlformats.org/officeDocument/2006/relationships/image" Target="../media/image14.png"/><Relationship Id="rId10" Type="http://schemas.openxmlformats.org/officeDocument/2006/relationships/tags" Target="../tags/tag276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625472" y="476822"/>
            <a:ext cx="1518037" cy="5760340"/>
          </a:xfrm>
        </p:spPr>
        <p:txBody>
          <a:bodyPr vert="eaVert" anchor="ctr">
            <a:normAutofit/>
          </a:bodyPr>
          <a:lstStyle>
            <a:lvl1pPr algn="dist">
              <a:defRPr sz="54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3" name="矩形 12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0800" tIns="39600" rIns="75600" bIns="396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13862" y="1499493"/>
            <a:ext cx="3577505" cy="53844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311518" y="2918102"/>
            <a:ext cx="5568328" cy="1200266"/>
          </a:xfrm>
        </p:spPr>
        <p:txBody>
          <a:bodyPr anchor="ctr">
            <a:normAutofit/>
          </a:bodyPr>
          <a:lstStyle>
            <a:lvl1pPr algn="ctr">
              <a:defRPr sz="48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7" name="矩形 16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552" y="952648"/>
            <a:ext cx="5282967" cy="5388626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3" name="矩形 12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0" name="图片 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91334" y="116651"/>
            <a:ext cx="839372" cy="7441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5" name="矩形 14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7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8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871433" y="968831"/>
            <a:ext cx="5653207" cy="5322768"/>
            <a:chOff x="2343314" y="591466"/>
            <a:chExt cx="3520816" cy="3315018"/>
          </a:xfrm>
        </p:grpSpPr>
        <p:sp>
          <p:nvSpPr>
            <p:cNvPr id="7" name="椭圆 6"/>
            <p:cNvSpPr/>
            <p:nvPr>
              <p:custDataLst>
                <p:tags r:id="rId3"/>
              </p:custDataLst>
            </p:nvPr>
          </p:nvSpPr>
          <p:spPr>
            <a:xfrm>
              <a:off x="3142573" y="609446"/>
              <a:ext cx="2714838" cy="2714838"/>
            </a:xfrm>
            <a:prstGeom prst="ellipse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3200"/>
            </a:p>
          </p:txBody>
        </p:sp>
        <p:sp>
          <p:nvSpPr>
            <p:cNvPr id="8" name="椭圆 7"/>
            <p:cNvSpPr/>
            <p:nvPr>
              <p:custDataLst>
                <p:tags r:id="rId5"/>
              </p:custDataLst>
            </p:nvPr>
          </p:nvSpPr>
          <p:spPr>
            <a:xfrm>
              <a:off x="3149292" y="591466"/>
              <a:ext cx="2714838" cy="2714838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12000" r="4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3200" dirty="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726878">
              <a:off x="3124347" y="2680201"/>
              <a:ext cx="867797" cy="122628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 flipH="1">
              <a:off x="2343314" y="634834"/>
              <a:ext cx="888891" cy="78808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7790359" y="2853026"/>
            <a:ext cx="997144" cy="3438622"/>
          </a:xfrm>
        </p:spPr>
        <p:txBody>
          <a:bodyPr vert="eaVert" anchor="t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47" y="443242"/>
            <a:ext cx="10851672" cy="44194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533" y="1249219"/>
            <a:ext cx="9625899" cy="723562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046" y="2163690"/>
            <a:ext cx="9626099" cy="344502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4823209" cy="6866255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170" y="770423"/>
            <a:ext cx="3959794" cy="881954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769" y="1764107"/>
            <a:ext cx="3956194" cy="409298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0934" y="770070"/>
            <a:ext cx="6479663" cy="50876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968" y="781216"/>
            <a:ext cx="10975828" cy="626367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968" y="1659622"/>
            <a:ext cx="10975403" cy="827957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43" y="2808089"/>
            <a:ext cx="10965029" cy="343062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91971" y="116656"/>
            <a:ext cx="1055385" cy="935703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1"/>
            <a:ext cx="12191365" cy="1828799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768" y="669615"/>
            <a:ext cx="10975828" cy="565171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05" y="1681284"/>
            <a:ext cx="10990227" cy="321103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3969" y="5180426"/>
            <a:ext cx="11001027" cy="101154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914400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91971" y="116656"/>
            <a:ext cx="1055385" cy="9357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570" y="237612"/>
            <a:ext cx="11037025" cy="44194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570" y="1663275"/>
            <a:ext cx="5342122" cy="289424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075" y="1663275"/>
            <a:ext cx="5367320" cy="289424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370" y="4816820"/>
            <a:ext cx="5342122" cy="78115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2874" y="4813220"/>
            <a:ext cx="5367320" cy="78115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9682695" y="3068960"/>
            <a:ext cx="2508669" cy="3789039"/>
          </a:xfrm>
          <a:prstGeom prst="rect">
            <a:avLst/>
          </a:prstGeom>
          <a:blipFill dpi="0" rotWithShape="1">
            <a:blip r:embed="rId4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721" y="1339262"/>
            <a:ext cx="9143524" cy="2386676"/>
          </a:xfrm>
        </p:spPr>
        <p:txBody>
          <a:bodyPr lIns="90000" tIns="46800" rIns="90000" bIns="0" anchor="b">
            <a:normAutofit/>
          </a:bodyPr>
          <a:lstStyle>
            <a:lvl1pPr algn="ctr">
              <a:defRPr sz="6000"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334" y="3862843"/>
            <a:ext cx="9143524" cy="1655914"/>
          </a:xfrm>
        </p:spPr>
        <p:txBody>
          <a:bodyPr lIns="90000" rIns="90000" bIns="46800"/>
          <a:lstStyle>
            <a:lvl1pPr algn="ctr">
              <a:defRPr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302006" y="191096"/>
            <a:ext cx="1732749" cy="15362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625472" y="476822"/>
            <a:ext cx="1518037" cy="5760340"/>
          </a:xfrm>
        </p:spPr>
        <p:txBody>
          <a:bodyPr vert="eaVert" anchor="ctr">
            <a:normAutofit/>
          </a:bodyPr>
          <a:lstStyle>
            <a:lvl1pPr algn="dist">
              <a:defRPr sz="54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3" name="矩形 12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4" name="图片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0800" tIns="39600" rIns="75600" bIns="396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13862" y="1499493"/>
            <a:ext cx="3577505" cy="53844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311518" y="2918102"/>
            <a:ext cx="5568328" cy="1200266"/>
          </a:xfrm>
        </p:spPr>
        <p:txBody>
          <a:bodyPr anchor="ctr">
            <a:normAutofit/>
          </a:bodyPr>
          <a:lstStyle>
            <a:lvl1pPr algn="ctr">
              <a:defRPr sz="48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7" name="矩形 16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552" y="952648"/>
            <a:ext cx="5282967" cy="5388626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3" name="矩形 12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0" name="图片 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191334" y="116651"/>
            <a:ext cx="839372" cy="7441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0" y="-243408"/>
            <a:ext cx="12191364" cy="7101407"/>
            <a:chOff x="0" y="-243408"/>
            <a:chExt cx="12191999" cy="7101407"/>
          </a:xfrm>
        </p:grpSpPr>
        <p:sp>
          <p:nvSpPr>
            <p:cNvPr id="15" name="矩形 14"/>
            <p:cNvSpPr/>
            <p:nvPr userDrawn="1">
              <p:custDataLst>
                <p:tags r:id="rId3"/>
              </p:custDataLst>
            </p:nvPr>
          </p:nvSpPr>
          <p:spPr>
            <a:xfrm>
              <a:off x="10056440" y="3632666"/>
              <a:ext cx="2135559" cy="3225333"/>
            </a:xfrm>
            <a:prstGeom prst="rect">
              <a:avLst/>
            </a:prstGeom>
            <a:blipFill dpi="0" rotWithShape="1">
              <a:blip r:embed="rId4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2400"/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77" b="88889" l="8696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-243408"/>
              <a:ext cx="1126688" cy="79208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7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8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871433" y="968831"/>
            <a:ext cx="5653207" cy="5322768"/>
            <a:chOff x="2343314" y="591466"/>
            <a:chExt cx="3520816" cy="3315018"/>
          </a:xfrm>
        </p:grpSpPr>
        <p:sp>
          <p:nvSpPr>
            <p:cNvPr id="7" name="椭圆 6"/>
            <p:cNvSpPr/>
            <p:nvPr>
              <p:custDataLst>
                <p:tags r:id="rId3"/>
              </p:custDataLst>
            </p:nvPr>
          </p:nvSpPr>
          <p:spPr>
            <a:xfrm>
              <a:off x="3142573" y="609446"/>
              <a:ext cx="2714838" cy="2714838"/>
            </a:xfrm>
            <a:prstGeom prst="ellipse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3200"/>
            </a:p>
          </p:txBody>
        </p:sp>
        <p:sp>
          <p:nvSpPr>
            <p:cNvPr id="8" name="椭圆 7"/>
            <p:cNvSpPr/>
            <p:nvPr>
              <p:custDataLst>
                <p:tags r:id="rId5"/>
              </p:custDataLst>
            </p:nvPr>
          </p:nvSpPr>
          <p:spPr>
            <a:xfrm>
              <a:off x="3149292" y="591466"/>
              <a:ext cx="2714838" cy="2714838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12000" r="4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3200" dirty="0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726878">
              <a:off x="3124347" y="2680201"/>
              <a:ext cx="867797" cy="122628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 flipH="1">
              <a:off x="2343314" y="634834"/>
              <a:ext cx="888891" cy="78808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7790359" y="2853026"/>
            <a:ext cx="997144" cy="3438622"/>
          </a:xfrm>
        </p:spPr>
        <p:txBody>
          <a:bodyPr vert="eaVert" anchor="t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C9339972-F6CA-4D82-A41E-85FC104EF1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9B2C30E2-E5F9-4722-B3D5-5BFDDF391B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47" y="443242"/>
            <a:ext cx="10851672" cy="44194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>
              <a:alpha val="8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 baseline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51993" y="0"/>
            <a:ext cx="839372" cy="7442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0" y="5301208"/>
            <a:ext cx="1051580" cy="158271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533" y="1249219"/>
            <a:ext cx="9625899" cy="723562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046" y="2163690"/>
            <a:ext cx="9626099" cy="344502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4823209" cy="6866255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170" y="770423"/>
            <a:ext cx="3959794" cy="881954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769" y="1764107"/>
            <a:ext cx="3956194" cy="409298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0934" y="770070"/>
            <a:ext cx="6479663" cy="50876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75959" y="4727702"/>
            <a:ext cx="1415406" cy="2130298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968" y="781216"/>
            <a:ext cx="10975828" cy="626367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968" y="1659622"/>
            <a:ext cx="10975403" cy="827957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43" y="2808089"/>
            <a:ext cx="10965029" cy="343062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91971" y="116656"/>
            <a:ext cx="1055385" cy="935703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1"/>
            <a:ext cx="12191365" cy="1828799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768" y="669615"/>
            <a:ext cx="10975828" cy="565171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05" y="1681284"/>
            <a:ext cx="10990227" cy="321103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3969" y="5180426"/>
            <a:ext cx="11001027" cy="101154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914400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91971" y="116656"/>
            <a:ext cx="1055385" cy="9357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570" y="237612"/>
            <a:ext cx="11037025" cy="441941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570" y="1663275"/>
            <a:ext cx="5342122" cy="289424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075" y="1663275"/>
            <a:ext cx="5367320" cy="289424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370" y="4816820"/>
            <a:ext cx="5342122" cy="78115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2874" y="4813220"/>
            <a:ext cx="5367320" cy="78115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tx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2400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9682695" y="3068960"/>
            <a:ext cx="2508669" cy="3789039"/>
          </a:xfrm>
          <a:prstGeom prst="rect">
            <a:avLst/>
          </a:prstGeom>
          <a:blipFill dpi="0" rotWithShape="1">
            <a:blip r:embed="rId4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721" y="1339262"/>
            <a:ext cx="9143524" cy="2386676"/>
          </a:xfrm>
        </p:spPr>
        <p:txBody>
          <a:bodyPr lIns="90000" tIns="46800" rIns="90000" bIns="0" anchor="b">
            <a:normAutofit/>
          </a:bodyPr>
          <a:lstStyle>
            <a:lvl1pPr algn="ctr">
              <a:defRPr sz="6000"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334" y="3862843"/>
            <a:ext cx="9143524" cy="1655914"/>
          </a:xfrm>
        </p:spPr>
        <p:txBody>
          <a:bodyPr lIns="90000" rIns="90000" bIns="46800"/>
          <a:lstStyle>
            <a:lvl1pPr algn="ctr">
              <a:defRPr cap="none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302006" y="191096"/>
            <a:ext cx="1732749" cy="153625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36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282.xml"/><Relationship Id="rId23" Type="http://schemas.openxmlformats.org/officeDocument/2006/relationships/tags" Target="../tags/tag281.xml"/><Relationship Id="rId22" Type="http://schemas.openxmlformats.org/officeDocument/2006/relationships/tags" Target="../tags/tag280.xml"/><Relationship Id="rId21" Type="http://schemas.openxmlformats.org/officeDocument/2006/relationships/tags" Target="../tags/tag279.xml"/><Relationship Id="rId20" Type="http://schemas.openxmlformats.org/officeDocument/2006/relationships/tags" Target="../tags/tag278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77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100800" tIns="39600" rIns="75600" bIns="396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100800" tIns="0" rIns="8280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100800" tIns="39600" rIns="75600" bIns="396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100800" tIns="0" rIns="8280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24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284.xml"/><Relationship Id="rId3" Type="http://schemas.openxmlformats.org/officeDocument/2006/relationships/image" Target="../media/image1.png"/><Relationship Id="rId29" Type="http://schemas.openxmlformats.org/officeDocument/2006/relationships/slideLayout" Target="../slideLayouts/slideLayout36.xml"/><Relationship Id="rId28" Type="http://schemas.openxmlformats.org/officeDocument/2006/relationships/tags" Target="../tags/tag306.xml"/><Relationship Id="rId27" Type="http://schemas.openxmlformats.org/officeDocument/2006/relationships/tags" Target="../tags/tag305.xml"/><Relationship Id="rId26" Type="http://schemas.openxmlformats.org/officeDocument/2006/relationships/tags" Target="../tags/tag304.xml"/><Relationship Id="rId25" Type="http://schemas.openxmlformats.org/officeDocument/2006/relationships/tags" Target="../tags/tag303.xml"/><Relationship Id="rId24" Type="http://schemas.openxmlformats.org/officeDocument/2006/relationships/tags" Target="../tags/tag302.xml"/><Relationship Id="rId23" Type="http://schemas.openxmlformats.org/officeDocument/2006/relationships/tags" Target="../tags/tag301.xml"/><Relationship Id="rId22" Type="http://schemas.openxmlformats.org/officeDocument/2006/relationships/tags" Target="../tags/tag300.xml"/><Relationship Id="rId21" Type="http://schemas.openxmlformats.org/officeDocument/2006/relationships/tags" Target="../tags/tag299.xml"/><Relationship Id="rId20" Type="http://schemas.openxmlformats.org/officeDocument/2006/relationships/tags" Target="../tags/tag298.xml"/><Relationship Id="rId2" Type="http://schemas.openxmlformats.org/officeDocument/2006/relationships/tags" Target="../tags/tag283.xml"/><Relationship Id="rId19" Type="http://schemas.openxmlformats.org/officeDocument/2006/relationships/tags" Target="../tags/tag297.xml"/><Relationship Id="rId18" Type="http://schemas.openxmlformats.org/officeDocument/2006/relationships/tags" Target="../tags/tag296.xml"/><Relationship Id="rId17" Type="http://schemas.openxmlformats.org/officeDocument/2006/relationships/tags" Target="../tags/tag295.xml"/><Relationship Id="rId16" Type="http://schemas.openxmlformats.org/officeDocument/2006/relationships/tags" Target="../tags/tag294.xml"/><Relationship Id="rId15" Type="http://schemas.openxmlformats.org/officeDocument/2006/relationships/tags" Target="../tags/tag293.xml"/><Relationship Id="rId14" Type="http://schemas.openxmlformats.org/officeDocument/2006/relationships/tags" Target="../tags/tag292.xml"/><Relationship Id="rId13" Type="http://schemas.openxmlformats.org/officeDocument/2006/relationships/tags" Target="../tags/tag291.xml"/><Relationship Id="rId12" Type="http://schemas.openxmlformats.org/officeDocument/2006/relationships/tags" Target="../tags/tag290.xml"/><Relationship Id="rId11" Type="http://schemas.openxmlformats.org/officeDocument/2006/relationships/tags" Target="../tags/tag289.xml"/><Relationship Id="rId10" Type="http://schemas.openxmlformats.org/officeDocument/2006/relationships/tags" Target="../tags/tag288.xml"/><Relationship Id="rId1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308.xml"/><Relationship Id="rId3" Type="http://schemas.openxmlformats.org/officeDocument/2006/relationships/image" Target="../media/image1.png"/><Relationship Id="rId26" Type="http://schemas.openxmlformats.org/officeDocument/2006/relationships/slideLayout" Target="../slideLayouts/slideLayout36.xml"/><Relationship Id="rId25" Type="http://schemas.openxmlformats.org/officeDocument/2006/relationships/tags" Target="../tags/tag327.xml"/><Relationship Id="rId24" Type="http://schemas.openxmlformats.org/officeDocument/2006/relationships/tags" Target="../tags/tag326.xml"/><Relationship Id="rId23" Type="http://schemas.openxmlformats.org/officeDocument/2006/relationships/tags" Target="../tags/tag325.xml"/><Relationship Id="rId22" Type="http://schemas.openxmlformats.org/officeDocument/2006/relationships/tags" Target="../tags/tag324.xml"/><Relationship Id="rId21" Type="http://schemas.openxmlformats.org/officeDocument/2006/relationships/tags" Target="../tags/tag323.xml"/><Relationship Id="rId20" Type="http://schemas.openxmlformats.org/officeDocument/2006/relationships/tags" Target="../tags/tag322.xml"/><Relationship Id="rId2" Type="http://schemas.openxmlformats.org/officeDocument/2006/relationships/tags" Target="../tags/tag307.xml"/><Relationship Id="rId19" Type="http://schemas.openxmlformats.org/officeDocument/2006/relationships/tags" Target="../tags/tag321.xml"/><Relationship Id="rId18" Type="http://schemas.openxmlformats.org/officeDocument/2006/relationships/tags" Target="../tags/tag320.xml"/><Relationship Id="rId17" Type="http://schemas.openxmlformats.org/officeDocument/2006/relationships/tags" Target="../tags/tag319.xml"/><Relationship Id="rId16" Type="http://schemas.openxmlformats.org/officeDocument/2006/relationships/tags" Target="../tags/tag318.xml"/><Relationship Id="rId15" Type="http://schemas.openxmlformats.org/officeDocument/2006/relationships/tags" Target="../tags/tag317.xml"/><Relationship Id="rId14" Type="http://schemas.openxmlformats.org/officeDocument/2006/relationships/tags" Target="../tags/tag316.xml"/><Relationship Id="rId13" Type="http://schemas.openxmlformats.org/officeDocument/2006/relationships/tags" Target="../tags/tag315.xml"/><Relationship Id="rId12" Type="http://schemas.openxmlformats.org/officeDocument/2006/relationships/tags" Target="../tags/tag314.xml"/><Relationship Id="rId11" Type="http://schemas.openxmlformats.org/officeDocument/2006/relationships/tags" Target="../tags/tag313.xml"/><Relationship Id="rId10" Type="http://schemas.openxmlformats.org/officeDocument/2006/relationships/tags" Target="../tags/tag312.xml"/><Relationship Id="rId1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329.xml"/><Relationship Id="rId30" Type="http://schemas.openxmlformats.org/officeDocument/2006/relationships/slideLayout" Target="../slideLayouts/slideLayout36.xml"/><Relationship Id="rId3" Type="http://schemas.openxmlformats.org/officeDocument/2006/relationships/image" Target="../media/image1.png"/><Relationship Id="rId29" Type="http://schemas.openxmlformats.org/officeDocument/2006/relationships/tags" Target="../tags/tag352.xml"/><Relationship Id="rId28" Type="http://schemas.openxmlformats.org/officeDocument/2006/relationships/tags" Target="../tags/tag351.xml"/><Relationship Id="rId27" Type="http://schemas.openxmlformats.org/officeDocument/2006/relationships/tags" Target="../tags/tag350.xml"/><Relationship Id="rId26" Type="http://schemas.openxmlformats.org/officeDocument/2006/relationships/tags" Target="../tags/tag349.xml"/><Relationship Id="rId25" Type="http://schemas.openxmlformats.org/officeDocument/2006/relationships/tags" Target="../tags/tag348.xml"/><Relationship Id="rId24" Type="http://schemas.openxmlformats.org/officeDocument/2006/relationships/tags" Target="../tags/tag347.xml"/><Relationship Id="rId23" Type="http://schemas.openxmlformats.org/officeDocument/2006/relationships/tags" Target="../tags/tag346.xml"/><Relationship Id="rId22" Type="http://schemas.openxmlformats.org/officeDocument/2006/relationships/tags" Target="../tags/tag345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tags" Target="../tags/tag328.xml"/><Relationship Id="rId19" Type="http://schemas.openxmlformats.org/officeDocument/2006/relationships/tags" Target="../tags/tag342.xml"/><Relationship Id="rId18" Type="http://schemas.openxmlformats.org/officeDocument/2006/relationships/tags" Target="../tags/tag341.xml"/><Relationship Id="rId17" Type="http://schemas.openxmlformats.org/officeDocument/2006/relationships/tags" Target="../tags/tag340.xml"/><Relationship Id="rId16" Type="http://schemas.openxmlformats.org/officeDocument/2006/relationships/tags" Target="../tags/tag339.xml"/><Relationship Id="rId15" Type="http://schemas.openxmlformats.org/officeDocument/2006/relationships/tags" Target="../tags/tag338.xml"/><Relationship Id="rId14" Type="http://schemas.openxmlformats.org/officeDocument/2006/relationships/tags" Target="../tags/tag337.xml"/><Relationship Id="rId13" Type="http://schemas.openxmlformats.org/officeDocument/2006/relationships/tags" Target="../tags/tag336.xml"/><Relationship Id="rId12" Type="http://schemas.openxmlformats.org/officeDocument/2006/relationships/tags" Target="../tags/tag335.xml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356.xml"/><Relationship Id="rId7" Type="http://schemas.openxmlformats.org/officeDocument/2006/relationships/tags" Target="../tags/tag355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354.xml"/><Relationship Id="rId3" Type="http://schemas.openxmlformats.org/officeDocument/2006/relationships/image" Target="../media/image1.png"/><Relationship Id="rId2" Type="http://schemas.openxmlformats.org/officeDocument/2006/relationships/tags" Target="../tags/tag353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357.xml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359.xml"/><Relationship Id="rId3" Type="http://schemas.openxmlformats.org/officeDocument/2006/relationships/image" Target="../media/image1.png"/><Relationship Id="rId25" Type="http://schemas.openxmlformats.org/officeDocument/2006/relationships/slideLayout" Target="../slideLayouts/slideLayout36.xml"/><Relationship Id="rId24" Type="http://schemas.openxmlformats.org/officeDocument/2006/relationships/tags" Target="../tags/tag375.xml"/><Relationship Id="rId23" Type="http://schemas.openxmlformats.org/officeDocument/2006/relationships/tags" Target="../tags/tag374.xml"/><Relationship Id="rId22" Type="http://schemas.openxmlformats.org/officeDocument/2006/relationships/tags" Target="../tags/tag373.xml"/><Relationship Id="rId21" Type="http://schemas.openxmlformats.org/officeDocument/2006/relationships/tags" Target="../tags/tag372.xml"/><Relationship Id="rId20" Type="http://schemas.openxmlformats.org/officeDocument/2006/relationships/tags" Target="../tags/tag371.xml"/><Relationship Id="rId2" Type="http://schemas.openxmlformats.org/officeDocument/2006/relationships/tags" Target="../tags/tag358.xml"/><Relationship Id="rId19" Type="http://schemas.openxmlformats.org/officeDocument/2006/relationships/tags" Target="../tags/tag370.xml"/><Relationship Id="rId18" Type="http://schemas.openxmlformats.org/officeDocument/2006/relationships/tags" Target="../tags/tag369.xml"/><Relationship Id="rId17" Type="http://schemas.openxmlformats.org/officeDocument/2006/relationships/tags" Target="../tags/tag368.xml"/><Relationship Id="rId16" Type="http://schemas.openxmlformats.org/officeDocument/2006/relationships/tags" Target="../tags/tag367.xml"/><Relationship Id="rId15" Type="http://schemas.openxmlformats.org/officeDocument/2006/relationships/tags" Target="../tags/tag366.xml"/><Relationship Id="rId14" Type="http://schemas.openxmlformats.org/officeDocument/2006/relationships/tags" Target="../tags/tag365.xml"/><Relationship Id="rId13" Type="http://schemas.openxmlformats.org/officeDocument/2006/relationships/tags" Target="../tags/tag364.xml"/><Relationship Id="rId12" Type="http://schemas.openxmlformats.org/officeDocument/2006/relationships/tags" Target="../tags/tag363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4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36.xml"/><Relationship Id="rId14" Type="http://schemas.openxmlformats.org/officeDocument/2006/relationships/tags" Target="../tags/tag389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" Type="http://schemas.openxmlformats.org/officeDocument/2006/relationships/tags" Target="../tags/tag385.xml"/><Relationship Id="rId1" Type="http://schemas.openxmlformats.org/officeDocument/2006/relationships/tags" Target="../tags/tag37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391.xml"/><Relationship Id="rId3" Type="http://schemas.openxmlformats.org/officeDocument/2006/relationships/image" Target="../media/image1.png"/><Relationship Id="rId22" Type="http://schemas.openxmlformats.org/officeDocument/2006/relationships/slideLayout" Target="../slideLayouts/slideLayout36.xml"/><Relationship Id="rId21" Type="http://schemas.openxmlformats.org/officeDocument/2006/relationships/tags" Target="../tags/tag406.xml"/><Relationship Id="rId20" Type="http://schemas.openxmlformats.org/officeDocument/2006/relationships/tags" Target="../tags/tag405.xml"/><Relationship Id="rId2" Type="http://schemas.openxmlformats.org/officeDocument/2006/relationships/tags" Target="../tags/tag390.xml"/><Relationship Id="rId19" Type="http://schemas.openxmlformats.org/officeDocument/2006/relationships/tags" Target="../tags/tag404.xml"/><Relationship Id="rId18" Type="http://schemas.openxmlformats.org/officeDocument/2006/relationships/tags" Target="../tags/tag403.xml"/><Relationship Id="rId17" Type="http://schemas.openxmlformats.org/officeDocument/2006/relationships/tags" Target="../tags/tag402.xml"/><Relationship Id="rId16" Type="http://schemas.openxmlformats.org/officeDocument/2006/relationships/tags" Target="../tags/tag401.xml"/><Relationship Id="rId15" Type="http://schemas.openxmlformats.org/officeDocument/2006/relationships/tags" Target="../tags/tag400.xml"/><Relationship Id="rId14" Type="http://schemas.openxmlformats.org/officeDocument/2006/relationships/tags" Target="../tags/tag399.xml"/><Relationship Id="rId13" Type="http://schemas.openxmlformats.org/officeDocument/2006/relationships/tags" Target="../tags/tag398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1.xml"/><Relationship Id="rId8" Type="http://schemas.openxmlformats.org/officeDocument/2006/relationships/tags" Target="../tags/tag410.xml"/><Relationship Id="rId7" Type="http://schemas.openxmlformats.org/officeDocument/2006/relationships/tags" Target="../tags/tag409.xml"/><Relationship Id="rId6" Type="http://schemas.microsoft.com/office/2007/relationships/hdphoto" Target="../media/image3.wdp"/><Relationship Id="rId5" Type="http://schemas.openxmlformats.org/officeDocument/2006/relationships/image" Target="../media/image2.png"/><Relationship Id="rId4" Type="http://schemas.openxmlformats.org/officeDocument/2006/relationships/tags" Target="../tags/tag408.xml"/><Relationship Id="rId3" Type="http://schemas.openxmlformats.org/officeDocument/2006/relationships/image" Target="../media/image1.png"/><Relationship Id="rId20" Type="http://schemas.openxmlformats.org/officeDocument/2006/relationships/slideLayout" Target="../slideLayouts/slideLayout36.xml"/><Relationship Id="rId2" Type="http://schemas.openxmlformats.org/officeDocument/2006/relationships/tags" Target="../tags/tag407.xml"/><Relationship Id="rId19" Type="http://schemas.openxmlformats.org/officeDocument/2006/relationships/tags" Target="../tags/tag421.xml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tags" Target="../tags/tag418.xml"/><Relationship Id="rId15" Type="http://schemas.openxmlformats.org/officeDocument/2006/relationships/tags" Target="../tags/tag417.xml"/><Relationship Id="rId14" Type="http://schemas.openxmlformats.org/officeDocument/2006/relationships/tags" Target="../tags/tag416.xml"/><Relationship Id="rId13" Type="http://schemas.openxmlformats.org/officeDocument/2006/relationships/tags" Target="../tags/tag415.xml"/><Relationship Id="rId12" Type="http://schemas.openxmlformats.org/officeDocument/2006/relationships/tags" Target="../tags/tag414.xml"/><Relationship Id="rId11" Type="http://schemas.openxmlformats.org/officeDocument/2006/relationships/tags" Target="../tags/tag413.xml"/><Relationship Id="rId10" Type="http://schemas.openxmlformats.org/officeDocument/2006/relationships/tags" Target="../tags/tag412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423.xml"/><Relationship Id="rId1" Type="http://schemas.openxmlformats.org/officeDocument/2006/relationships/tags" Target="../tags/tag4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36576" cy="612648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7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solidFill>
            <a:srgbClr val="6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C050"/>
                </a:solidFill>
              </a:defRPr>
            </a:pPr>
            <a:r>
              <a:t>🍁  岳麓山旅游 AI 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5D77A"/>
                </a:solidFill>
              </a:defRPr>
            </a:pPr>
            <a:r>
              <a:t>爱晚亭  ·  岳麓书院  ·  湖南大学  ·  长沙文化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931920"/>
            <a:ext cx="3200400" cy="27432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DF5E6"/>
                </a:solidFill>
              </a:defRPr>
            </a:pPr>
            <a:r>
              <a:t>智能导览  ·  实时问答  ·  文化解读  ·  行程规划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20" y="914400"/>
            <a:ext cx="18288" cy="50292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D4A03C"/>
                </a:solidFill>
              </a:defRPr>
            </a:pPr>
            <a:r>
              <a:t>2026 年 5 月</a:t>
            </a:r>
          </a:p>
        </p:txBody>
      </p:sp>
      <p:sp>
        <p:nvSpPr>
          <p:cNvPr id="15" name="Diamond 14"/>
          <p:cNvSpPr/>
          <p:nvPr/>
        </p:nvSpPr>
        <p:spPr>
          <a:xfrm>
            <a:off x="457200" y="3200400"/>
            <a:ext cx="109728" cy="109728"/>
          </a:xfrm>
          <a:prstGeom prst="diamond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75720" y="2103120"/>
            <a:ext cx="73152" cy="73152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75720" y="3474720"/>
            <a:ext cx="73152" cy="73152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75720" y="4846320"/>
            <a:ext cx="73152" cy="73152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5943600"/>
            <a:ext cx="1828800" cy="18288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3637947" y="609767"/>
            <a:ext cx="4914834" cy="1257228"/>
          </a:xfrm>
          <a:prstGeom prst="rect">
            <a:avLst/>
          </a:prstGeom>
          <a:noFill/>
          <a:ln w="28575"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3637947" y="609767"/>
            <a:ext cx="976293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8451116" y="609767"/>
            <a:ext cx="85367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10"/>
            </p:custDataLst>
          </p:nvPr>
        </p:nvSpPr>
        <p:spPr>
          <a:xfrm flipH="1">
            <a:off x="3692271" y="802233"/>
            <a:ext cx="883165" cy="88782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914400"/>
            <a:r>
              <a:rPr lang="en-US" sz="3200" b="1" spc="3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cs typeface="Montserrat Black"/>
              </a:rPr>
              <a:t>01</a:t>
            </a:r>
            <a:endParaRPr lang="en-US" sz="3200" b="1" spc="3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cs typeface="Montserrat Black"/>
            </a:endParaRPr>
          </a:p>
        </p:txBody>
      </p:sp>
      <p:sp>
        <p:nvSpPr>
          <p:cNvPr id="14" name="TextBox 21"/>
          <p:cNvSpPr txBox="1"/>
          <p:nvPr>
            <p:custDataLst>
              <p:tags r:id="rId11"/>
            </p:custDataLst>
          </p:nvPr>
        </p:nvSpPr>
        <p:spPr>
          <a:xfrm flipH="1">
            <a:off x="4940187" y="680390"/>
            <a:ext cx="3288973" cy="11206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000"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🍁 岳麓山旅游 AI 助手</a:t>
            </a:r>
            <a:endParaRPr sz="2000"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3637947" y="2171780"/>
            <a:ext cx="4914834" cy="1257228"/>
          </a:xfrm>
          <a:prstGeom prst="rect">
            <a:avLst/>
          </a:prstGeom>
          <a:noFill/>
          <a:ln w="28575"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3637947" y="2171780"/>
            <a:ext cx="976293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8451116" y="2171780"/>
            <a:ext cx="85367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15"/>
            </p:custDataLst>
          </p:nvPr>
        </p:nvSpPr>
        <p:spPr>
          <a:xfrm flipH="1">
            <a:off x="3692271" y="2364244"/>
            <a:ext cx="883165" cy="88782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914400"/>
            <a:r>
              <a:rPr lang="en-US" sz="3200" b="1" spc="3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cs typeface="Montserrat Black"/>
              </a:rPr>
              <a:t>02</a:t>
            </a:r>
            <a:endParaRPr lang="en-US" sz="3200" b="1" spc="3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cs typeface="Montserrat Black"/>
            </a:endParaRPr>
          </a:p>
        </p:txBody>
      </p:sp>
      <p:sp>
        <p:nvSpPr>
          <p:cNvPr id="19" name="TextBox 21"/>
          <p:cNvSpPr txBox="1"/>
          <p:nvPr>
            <p:custDataLst>
              <p:tags r:id="rId16"/>
            </p:custDataLst>
          </p:nvPr>
        </p:nvSpPr>
        <p:spPr>
          <a:xfrm flipH="1">
            <a:off x="4940187" y="2242402"/>
            <a:ext cx="3288973" cy="1120641"/>
          </a:xfrm>
          <a:prstGeom prst="rect">
            <a:avLst/>
          </a:prstGeom>
          <a:noFill/>
        </p:spPr>
        <p:txBody>
          <a:bodyPr wrap="square" rtlCol="0" anchor="ctr">
            <a:normAutofit lnSpcReduction="20000"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000"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爱晚亭 · 岳麓书院 · 湖南大学 · 长沙文化</a:t>
            </a:r>
            <a:endParaRPr sz="2000"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3637947" y="3733792"/>
            <a:ext cx="4914834" cy="1257228"/>
          </a:xfrm>
          <a:prstGeom prst="rect">
            <a:avLst/>
          </a:prstGeom>
          <a:noFill/>
          <a:ln w="28575"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3637947" y="3733792"/>
            <a:ext cx="976293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" name="矩形 21"/>
          <p:cNvSpPr/>
          <p:nvPr>
            <p:custDataLst>
              <p:tags r:id="rId19"/>
            </p:custDataLst>
          </p:nvPr>
        </p:nvSpPr>
        <p:spPr>
          <a:xfrm>
            <a:off x="8451116" y="3733792"/>
            <a:ext cx="85367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20"/>
            </p:custDataLst>
          </p:nvPr>
        </p:nvSpPr>
        <p:spPr>
          <a:xfrm flipH="1">
            <a:off x="3692271" y="3926256"/>
            <a:ext cx="883165" cy="88782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914400"/>
            <a:r>
              <a:rPr lang="en-US" sz="3200" b="1" spc="3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cs typeface="Montserrat Black"/>
              </a:rPr>
              <a:t>03</a:t>
            </a:r>
            <a:endParaRPr lang="en-US" sz="3200" b="1" spc="3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cs typeface="Montserrat Black"/>
            </a:endParaRPr>
          </a:p>
        </p:txBody>
      </p:sp>
      <p:sp>
        <p:nvSpPr>
          <p:cNvPr id="24" name="TextBox 21"/>
          <p:cNvSpPr txBox="1"/>
          <p:nvPr>
            <p:custDataLst>
              <p:tags r:id="rId21"/>
            </p:custDataLst>
          </p:nvPr>
        </p:nvSpPr>
        <p:spPr>
          <a:xfrm flipH="1">
            <a:off x="4940187" y="3804413"/>
            <a:ext cx="3288973" cy="11206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000"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智能导览 · 实时问答 · 文化解读</a:t>
            </a:r>
            <a:endParaRPr sz="2000"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3637947" y="5295803"/>
            <a:ext cx="4914834" cy="1257228"/>
          </a:xfrm>
          <a:prstGeom prst="rect">
            <a:avLst/>
          </a:prstGeom>
          <a:noFill/>
          <a:ln w="28575">
            <a:solidFill>
              <a:schemeClr val="dk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6" name="矩形 25"/>
          <p:cNvSpPr/>
          <p:nvPr>
            <p:custDataLst>
              <p:tags r:id="rId23"/>
            </p:custDataLst>
          </p:nvPr>
        </p:nvSpPr>
        <p:spPr>
          <a:xfrm>
            <a:off x="3637947" y="5295803"/>
            <a:ext cx="976293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451116" y="5295803"/>
            <a:ext cx="85367" cy="1257228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" name="序号1" descr="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"/>
          <p:cNvSpPr txBox="1"/>
          <p:nvPr>
            <p:custDataLst>
              <p:tags r:id="rId25"/>
            </p:custDataLst>
          </p:nvPr>
        </p:nvSpPr>
        <p:spPr>
          <a:xfrm flipH="1">
            <a:off x="3692271" y="5488268"/>
            <a:ext cx="883165" cy="88782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 defTabSz="914400"/>
            <a:r>
              <a:rPr lang="en-US" sz="3200" b="1" spc="3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cs typeface="Montserrat Black"/>
              </a:rPr>
              <a:t>04</a:t>
            </a:r>
            <a:endParaRPr lang="en-US" sz="3200" b="1" spc="3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cs typeface="Montserrat Black"/>
            </a:endParaRPr>
          </a:p>
        </p:txBody>
      </p:sp>
      <p:sp>
        <p:nvSpPr>
          <p:cNvPr id="29" name="TextBox 21"/>
          <p:cNvSpPr txBox="1"/>
          <p:nvPr>
            <p:custDataLst>
              <p:tags r:id="rId26"/>
            </p:custDataLst>
          </p:nvPr>
        </p:nvSpPr>
        <p:spPr>
          <a:xfrm flipH="1">
            <a:off x="4940187" y="5366426"/>
            <a:ext cx="3288973" cy="11206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2000"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2026年5月</a:t>
            </a:r>
            <a:endParaRPr sz="2000"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27"/>
            </p:custDataLst>
          </p:nvPr>
        </p:nvCxnSpPr>
        <p:spPr>
          <a:xfrm>
            <a:off x="457180" y="304802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2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116" name="文本框 16"/>
          <p:cNvSpPr txBox="1"/>
          <p:nvPr>
            <p:custDataLst>
              <p:tags r:id="rId7"/>
            </p:custDataLst>
          </p:nvPr>
        </p:nvSpPr>
        <p:spPr>
          <a:xfrm>
            <a:off x="7442997" y="1286132"/>
            <a:ext cx="4238160" cy="9819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Autofit/>
          </a:bodyPr>
          <a:lstStyle>
            <a:lvl1pPr>
              <a:lnSpc>
                <a:spcPct val="130000"/>
              </a:lnSpc>
              <a:defRPr sz="1200" spc="128">
                <a:solidFill>
                  <a:srgbClr val="262626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20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基于 AI 大模型构建的岳麓山智慧旅游问答助手</a:t>
            </a:r>
            <a:endParaRPr sz="20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17" name="01"/>
          <p:cNvSpPr txBox="1"/>
          <p:nvPr>
            <p:custDataLst>
              <p:tags r:id="rId8"/>
            </p:custDataLst>
          </p:nvPr>
        </p:nvSpPr>
        <p:spPr>
          <a:xfrm>
            <a:off x="6278619" y="1422750"/>
            <a:ext cx="859325" cy="708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>
              <a:defRPr b="1">
                <a:solidFill>
                  <a:srgbClr val="59C78A"/>
                </a:solidFill>
              </a:defRPr>
            </a:lvl1pPr>
          </a:lstStyle>
          <a:p>
            <a:pPr algn="ctr" defTabSz="914400">
              <a:lnSpc>
                <a:spcPct val="120000"/>
              </a:lnSpc>
            </a:pPr>
            <a:r>
              <a:rPr sz="2400" dirty="0">
                <a:solidFill>
                  <a:schemeClr val="accent1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01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7" name="圆角矩形 16"/>
          <p:cNvSpPr/>
          <p:nvPr>
            <p:custDataLst>
              <p:tags r:id="rId9"/>
            </p:custDataLst>
          </p:nvPr>
        </p:nvSpPr>
        <p:spPr>
          <a:xfrm>
            <a:off x="1385495" y="2624487"/>
            <a:ext cx="2679892" cy="111616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948853" y="4032659"/>
            <a:ext cx="3553177" cy="111616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510391" y="5438101"/>
            <a:ext cx="4430100" cy="1116167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2" name="圆角矩形 21"/>
          <p:cNvSpPr/>
          <p:nvPr>
            <p:custDataLst>
              <p:tags r:id="rId12"/>
            </p:custDataLst>
          </p:nvPr>
        </p:nvSpPr>
        <p:spPr>
          <a:xfrm>
            <a:off x="1769376" y="1219045"/>
            <a:ext cx="1912129" cy="111616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45" name="01"/>
          <p:cNvSpPr txBox="1"/>
          <p:nvPr>
            <p:custDataLst>
              <p:tags r:id="rId13"/>
            </p:custDataLst>
          </p:nvPr>
        </p:nvSpPr>
        <p:spPr>
          <a:xfrm>
            <a:off x="2225577" y="1374663"/>
            <a:ext cx="999729" cy="804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pPr defTabSz="914400">
              <a:lnSpc>
                <a:spcPct val="120000"/>
              </a:lnSpc>
            </a:pPr>
            <a:r>
              <a:rPr sz="24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01</a:t>
            </a:r>
            <a:endParaRPr sz="24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4" name="01"/>
          <p:cNvSpPr txBox="1"/>
          <p:nvPr>
            <p:custDataLst>
              <p:tags r:id="rId14"/>
            </p:custDataLst>
          </p:nvPr>
        </p:nvSpPr>
        <p:spPr>
          <a:xfrm>
            <a:off x="2225577" y="2780106"/>
            <a:ext cx="999729" cy="804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pPr defTabSz="914400">
              <a:lnSpc>
                <a:spcPct val="120000"/>
              </a:lnSpc>
            </a:pPr>
            <a:r>
              <a:rPr sz="240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2</a:t>
            </a:r>
            <a:endParaRPr 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5" name="01"/>
          <p:cNvSpPr txBox="1"/>
          <p:nvPr>
            <p:custDataLst>
              <p:tags r:id="rId15"/>
            </p:custDataLst>
          </p:nvPr>
        </p:nvSpPr>
        <p:spPr>
          <a:xfrm>
            <a:off x="2225577" y="4188276"/>
            <a:ext cx="999729" cy="804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pPr defTabSz="914400">
              <a:lnSpc>
                <a:spcPct val="120000"/>
              </a:lnSpc>
            </a:pPr>
            <a:r>
              <a:rPr sz="240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3</a:t>
            </a:r>
            <a:endParaRPr 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6" name="01"/>
          <p:cNvSpPr txBox="1"/>
          <p:nvPr>
            <p:custDataLst>
              <p:tags r:id="rId16"/>
            </p:custDataLst>
          </p:nvPr>
        </p:nvSpPr>
        <p:spPr>
          <a:xfrm>
            <a:off x="2225577" y="5593719"/>
            <a:ext cx="999729" cy="8049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pPr defTabSz="914400">
              <a:lnSpc>
                <a:spcPct val="120000"/>
              </a:lnSpc>
            </a:pPr>
            <a:r>
              <a:rPr sz="24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4</a:t>
            </a:r>
            <a:endParaRPr lang="en-US" sz="2400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30" name="文本框 16"/>
          <p:cNvSpPr txBox="1"/>
          <p:nvPr>
            <p:custDataLst>
              <p:tags r:id="rId17"/>
            </p:custDataLst>
          </p:nvPr>
        </p:nvSpPr>
        <p:spPr>
          <a:xfrm>
            <a:off x="7442997" y="2691575"/>
            <a:ext cx="4238160" cy="9819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Autofit/>
          </a:bodyPr>
          <a:lstStyle>
            <a:lvl1pPr>
              <a:lnSpc>
                <a:spcPct val="130000"/>
              </a:lnSpc>
              <a:defRPr sz="1200" spc="128">
                <a:solidFill>
                  <a:srgbClr val="262626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20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覆盖爱晚亭、岳麓书院、湖南大学、岳麓山等核心景点</a:t>
            </a:r>
            <a:endParaRPr sz="20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31" name="文本框 16"/>
          <p:cNvSpPr txBox="1"/>
          <p:nvPr>
            <p:custDataLst>
              <p:tags r:id="rId18"/>
            </p:custDataLst>
          </p:nvPr>
        </p:nvSpPr>
        <p:spPr>
          <a:xfrm>
            <a:off x="7442997" y="4099747"/>
            <a:ext cx="4238160" cy="9819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Autofit/>
          </a:bodyPr>
          <a:lstStyle>
            <a:lvl1pPr>
              <a:lnSpc>
                <a:spcPct val="130000"/>
              </a:lnSpc>
              <a:defRPr sz="1200" spc="128">
                <a:solidFill>
                  <a:srgbClr val="262626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20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提供历史文化讲解、游览路线推荐、实时问答服务</a:t>
            </a:r>
            <a:endParaRPr sz="20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32" name="文本框 16"/>
          <p:cNvSpPr txBox="1"/>
          <p:nvPr>
            <p:custDataLst>
              <p:tags r:id="rId19"/>
            </p:custDataLst>
          </p:nvPr>
        </p:nvSpPr>
        <p:spPr>
          <a:xfrm>
            <a:off x="7442997" y="5505188"/>
            <a:ext cx="4238160" cy="9819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Autofit/>
          </a:bodyPr>
          <a:lstStyle>
            <a:lvl1pPr>
              <a:lnSpc>
                <a:spcPct val="130000"/>
              </a:lnSpc>
              <a:defRPr sz="1200" spc="128">
                <a:solidFill>
                  <a:srgbClr val="262626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20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优雅的枫叶主题 UI，沉浸式用户体验</a:t>
            </a:r>
            <a:endParaRPr sz="20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36" name="01"/>
          <p:cNvSpPr txBox="1"/>
          <p:nvPr>
            <p:custDataLst>
              <p:tags r:id="rId20"/>
            </p:custDataLst>
          </p:nvPr>
        </p:nvSpPr>
        <p:spPr>
          <a:xfrm>
            <a:off x="6278619" y="2828192"/>
            <a:ext cx="859325" cy="708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>
              <a:defRPr b="1">
                <a:solidFill>
                  <a:srgbClr val="59C78A"/>
                </a:solidFill>
              </a:defRPr>
            </a:lvl1pPr>
          </a:lstStyle>
          <a:p>
            <a:pPr algn="ctr" defTabSz="914400">
              <a:lnSpc>
                <a:spcPct val="120000"/>
              </a:lnSpc>
            </a:pPr>
            <a:r>
              <a:rPr sz="2400">
                <a:solidFill>
                  <a:schemeClr val="accent2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2</a:t>
            </a:r>
            <a:endParaRPr lang="en-US" sz="2400">
              <a:solidFill>
                <a:schemeClr val="accent2">
                  <a:lumMod val="7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37" name="01"/>
          <p:cNvSpPr txBox="1"/>
          <p:nvPr>
            <p:custDataLst>
              <p:tags r:id="rId21"/>
            </p:custDataLst>
          </p:nvPr>
        </p:nvSpPr>
        <p:spPr>
          <a:xfrm>
            <a:off x="6278619" y="4236363"/>
            <a:ext cx="859325" cy="708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>
              <a:defRPr b="1">
                <a:solidFill>
                  <a:srgbClr val="59C78A"/>
                </a:solidFill>
              </a:defRPr>
            </a:lvl1pPr>
          </a:lstStyle>
          <a:p>
            <a:pPr algn="ctr" defTabSz="914400">
              <a:lnSpc>
                <a:spcPct val="120000"/>
              </a:lnSpc>
            </a:pPr>
            <a:r>
              <a:rPr sz="2400" dirty="0">
                <a:solidFill>
                  <a:schemeClr val="accent3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3</a:t>
            </a:r>
            <a:endParaRPr lang="en-US" sz="2400" dirty="0">
              <a:solidFill>
                <a:schemeClr val="accent3">
                  <a:lumMod val="7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38" name="01"/>
          <p:cNvSpPr txBox="1"/>
          <p:nvPr>
            <p:custDataLst>
              <p:tags r:id="rId22"/>
            </p:custDataLst>
          </p:nvPr>
        </p:nvSpPr>
        <p:spPr>
          <a:xfrm>
            <a:off x="6278619" y="5641806"/>
            <a:ext cx="859325" cy="708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5" tIns="45717" rIns="91435" bIns="45717" numCol="1" anchor="ctr">
            <a:normAutofit/>
          </a:bodyPr>
          <a:lstStyle>
            <a:lvl1pPr>
              <a:defRPr b="1">
                <a:solidFill>
                  <a:srgbClr val="59C78A"/>
                </a:solidFill>
              </a:defRPr>
            </a:lvl1pPr>
          </a:lstStyle>
          <a:p>
            <a:pPr algn="ctr" defTabSz="914400">
              <a:lnSpc>
                <a:spcPct val="120000"/>
              </a:lnSpc>
            </a:pPr>
            <a:r>
              <a:rPr sz="2400" dirty="0">
                <a:solidFill>
                  <a:schemeClr val="accent4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4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23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24"/>
            </p:custDataLst>
          </p:nvPr>
        </p:nvSpPr>
        <p:spPr>
          <a:xfrm>
            <a:off x="1447780" y="116857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项目简介</a:t>
            </a:r>
            <a:endParaRPr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457025" y="1361809"/>
            <a:ext cx="1783537" cy="7774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8"/>
            </p:custDataLst>
          </p:nvPr>
        </p:nvSpPr>
        <p:spPr>
          <a:xfrm>
            <a:off x="988819" y="1448443"/>
            <a:ext cx="719951" cy="6041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 defTabSz="914400"/>
            <a:r>
              <a:rPr kumimoji="1" lang="en-US" altLang="zh-CN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01</a:t>
            </a:r>
            <a:endParaRPr kumimoji="1" lang="en-US" altLang="zh-CN" spc="300" dirty="0">
              <a:solidFill>
                <a:schemeClr val="dk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457025" y="2429644"/>
            <a:ext cx="1783537" cy="7774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988819" y="2516278"/>
            <a:ext cx="719951" cy="6041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 defTabSz="914400"/>
            <a:r>
              <a:rPr kumimoji="1" lang="en-US" altLang="zh-CN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02</a:t>
            </a:r>
            <a:endParaRPr kumimoji="1" lang="en-US" altLang="zh-CN" spc="300" dirty="0">
              <a:solidFill>
                <a:schemeClr val="dk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>
            <a:off x="457025" y="3497481"/>
            <a:ext cx="1783537" cy="7774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2"/>
            </p:custDataLst>
          </p:nvPr>
        </p:nvSpPr>
        <p:spPr>
          <a:xfrm>
            <a:off x="988819" y="3584114"/>
            <a:ext cx="719951" cy="6041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 defTabSz="914400"/>
            <a:r>
              <a:rPr kumimoji="1" lang="en-US" altLang="zh-CN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03</a:t>
            </a:r>
            <a:endParaRPr kumimoji="1" lang="en-US" altLang="zh-CN" spc="300" dirty="0">
              <a:solidFill>
                <a:schemeClr val="dk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矩形 11"/>
          <p:cNvSpPr/>
          <p:nvPr>
            <p:custDataLst>
              <p:tags r:id="rId13"/>
            </p:custDataLst>
          </p:nvPr>
        </p:nvSpPr>
        <p:spPr>
          <a:xfrm>
            <a:off x="457025" y="4565316"/>
            <a:ext cx="1783537" cy="7774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4"/>
            </p:custDataLst>
          </p:nvPr>
        </p:nvSpPr>
        <p:spPr>
          <a:xfrm>
            <a:off x="988819" y="4651950"/>
            <a:ext cx="719951" cy="6041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 defTabSz="914400"/>
            <a:r>
              <a:rPr kumimoji="1" lang="en-US" altLang="zh-CN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04</a:t>
            </a:r>
            <a:endParaRPr kumimoji="1" lang="en-US" altLang="zh-CN" spc="300" dirty="0">
              <a:solidFill>
                <a:schemeClr val="dk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>
            <p:custDataLst>
              <p:tags r:id="rId15"/>
            </p:custDataLst>
          </p:nvPr>
        </p:nvSpPr>
        <p:spPr>
          <a:xfrm>
            <a:off x="457025" y="5633151"/>
            <a:ext cx="1783537" cy="77744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6"/>
            </p:custDataLst>
          </p:nvPr>
        </p:nvSpPr>
        <p:spPr>
          <a:xfrm>
            <a:off x="988819" y="5719785"/>
            <a:ext cx="719951" cy="60417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ctr" defTabSz="914400"/>
            <a:r>
              <a:rPr kumimoji="1" lang="en-US" altLang="zh-CN" spc="300" dirty="0">
                <a:solidFill>
                  <a:schemeClr val="dk1">
                    <a:lumMod val="85000"/>
                    <a:lumOff val="1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05</a:t>
            </a:r>
            <a:endParaRPr kumimoji="1" lang="en-US" altLang="zh-CN" spc="300" dirty="0">
              <a:solidFill>
                <a:schemeClr val="dk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矩形 15"/>
          <p:cNvSpPr/>
          <p:nvPr>
            <p:custDataLst>
              <p:tags r:id="rId17"/>
            </p:custDataLst>
          </p:nvPr>
        </p:nvSpPr>
        <p:spPr>
          <a:xfrm>
            <a:off x="2524099" y="1366383"/>
            <a:ext cx="9210369" cy="768292"/>
          </a:xfrm>
          <a:prstGeom prst="rect">
            <a:avLst/>
          </a:pr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8"/>
            </p:custDataLst>
          </p:nvPr>
        </p:nvSpPr>
        <p:spPr>
          <a:xfrm flipH="1">
            <a:off x="2720955" y="1525176"/>
            <a:ext cx="8816657" cy="450707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💬 AI 智能问答 —— 自然语言对话，生动讲解景点文化</a:t>
            </a:r>
            <a:endParaRPr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8" name="矩形 17"/>
          <p:cNvSpPr/>
          <p:nvPr>
            <p:custDataLst>
              <p:tags r:id="rId19"/>
            </p:custDataLst>
          </p:nvPr>
        </p:nvSpPr>
        <p:spPr>
          <a:xfrm>
            <a:off x="2524099" y="2428503"/>
            <a:ext cx="9210369" cy="768292"/>
          </a:xfrm>
          <a:prstGeom prst="rect">
            <a:avLst/>
          </a:pr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20"/>
            </p:custDataLst>
          </p:nvPr>
        </p:nvSpPr>
        <p:spPr>
          <a:xfrm flipH="1">
            <a:off x="2720955" y="2587296"/>
            <a:ext cx="8816657" cy="450707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🔄 智能推荐问题 —— 自动生成游客可能感兴趣的问题</a:t>
            </a:r>
            <a:endParaRPr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0" name="矩形 19"/>
          <p:cNvSpPr/>
          <p:nvPr>
            <p:custDataLst>
              <p:tags r:id="rId21"/>
            </p:custDataLst>
          </p:nvPr>
        </p:nvSpPr>
        <p:spPr>
          <a:xfrm>
            <a:off x="2524099" y="3490621"/>
            <a:ext cx="9210369" cy="768292"/>
          </a:xfrm>
          <a:prstGeom prst="rect">
            <a:avLst/>
          </a:pr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22"/>
            </p:custDataLst>
          </p:nvPr>
        </p:nvSpPr>
        <p:spPr>
          <a:xfrm flipH="1">
            <a:off x="2720955" y="3649416"/>
            <a:ext cx="8816657" cy="450707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🎠 轮播快捷入口 —— 猜你想问，一键提问</a:t>
            </a:r>
            <a:endParaRPr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2" name="矩形 21"/>
          <p:cNvSpPr/>
          <p:nvPr>
            <p:custDataLst>
              <p:tags r:id="rId23"/>
            </p:custDataLst>
          </p:nvPr>
        </p:nvSpPr>
        <p:spPr>
          <a:xfrm>
            <a:off x="2524099" y="4552741"/>
            <a:ext cx="9210369" cy="768292"/>
          </a:xfrm>
          <a:prstGeom prst="rect">
            <a:avLst/>
          </a:pr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4"/>
            </p:custDataLst>
          </p:nvPr>
        </p:nvSpPr>
        <p:spPr>
          <a:xfrm flipH="1">
            <a:off x="2720955" y="4711535"/>
            <a:ext cx="8816657" cy="450707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📖 连贯对话记忆 —— 上下文连续，深度追问</a:t>
            </a:r>
            <a:endParaRPr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4" name="矩形 23"/>
          <p:cNvSpPr/>
          <p:nvPr>
            <p:custDataLst>
              <p:tags r:id="rId25"/>
            </p:custDataLst>
          </p:nvPr>
        </p:nvSpPr>
        <p:spPr>
          <a:xfrm>
            <a:off x="2524099" y="5614859"/>
            <a:ext cx="9210369" cy="768292"/>
          </a:xfrm>
          <a:prstGeom prst="rect">
            <a:avLst/>
          </a:pr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26"/>
            </p:custDataLst>
          </p:nvPr>
        </p:nvSpPr>
        <p:spPr>
          <a:xfrm flipH="1">
            <a:off x="2720955" y="5773652"/>
            <a:ext cx="8816657" cy="450707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pc="150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🍁 枫叶飘落动画 —— 呼应岳麓山秋季特色景观</a:t>
            </a:r>
            <a:endParaRPr spc="150">
              <a:solidFill>
                <a:schemeClr val="dk1">
                  <a:lumMod val="75000"/>
                  <a:lumOff val="25000"/>
                </a:schemeClr>
              </a:solidFill>
              <a:uFillTx/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27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28"/>
            </p:custDataLst>
          </p:nvPr>
        </p:nvSpPr>
        <p:spPr>
          <a:xfrm>
            <a:off x="1217910" y="152417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核心功能</a:t>
            </a:r>
            <a:endParaRPr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2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7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8"/>
            </p:custDataLst>
          </p:nvPr>
        </p:nvSpPr>
        <p:spPr>
          <a:xfrm>
            <a:off x="1126470" y="152417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页面展示</a:t>
            </a:r>
            <a:endParaRPr lang="zh-CN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687" y="1219200"/>
            <a:ext cx="9561855" cy="5334498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533037" y="3841943"/>
            <a:ext cx="11108210" cy="355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 defTabSz="914400" fontAlgn="base">
              <a:lnSpc>
                <a:spcPct val="140000"/>
              </a:lnSpc>
            </a:pPr>
            <a:endParaRPr lang="zh-CN" altLang="en-US" strike="noStrike" noProof="1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34" name="文本框 22"/>
          <p:cNvSpPr txBox="1"/>
          <p:nvPr>
            <p:custDataLst>
              <p:tags r:id="rId8"/>
            </p:custDataLst>
          </p:nvPr>
        </p:nvSpPr>
        <p:spPr>
          <a:xfrm flipH="1">
            <a:off x="926645" y="2367995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🎨 红枫主题色系 —— 呼应岳麓山秋季特色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35" name="图形 3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457367" y="2477864"/>
            <a:ext cx="431635" cy="421109"/>
          </a:xfrm>
          <a:prstGeom prst="rect">
            <a:avLst/>
          </a:prstGeom>
        </p:spPr>
      </p:pic>
      <p:sp>
        <p:nvSpPr>
          <p:cNvPr id="38" name="文本框 22"/>
          <p:cNvSpPr txBox="1"/>
          <p:nvPr>
            <p:custDataLst>
              <p:tags r:id="rId12"/>
            </p:custDataLst>
          </p:nvPr>
        </p:nvSpPr>
        <p:spPr>
          <a:xfrm flipH="1">
            <a:off x="4323399" y="2367995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✨ 光影浮动效果 —— 营造山林意境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41" name="图形 4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3853904" y="2477864"/>
            <a:ext cx="431635" cy="421109"/>
          </a:xfrm>
          <a:prstGeom prst="rect">
            <a:avLst/>
          </a:prstGeom>
        </p:spPr>
      </p:pic>
      <p:sp>
        <p:nvSpPr>
          <p:cNvPr id="18" name="文本框 22"/>
          <p:cNvSpPr txBox="1"/>
          <p:nvPr>
            <p:custDataLst>
              <p:tags r:id="rId14"/>
            </p:custDataLst>
          </p:nvPr>
        </p:nvSpPr>
        <p:spPr>
          <a:xfrm flipH="1">
            <a:off x="7720154" y="2367995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🍂 SVG 枫叶飘落动画 —— 细节处增加沉浸感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19" name="图形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7250442" y="2477864"/>
            <a:ext cx="431635" cy="421109"/>
          </a:xfrm>
          <a:prstGeom prst="rect">
            <a:avLst/>
          </a:prstGeom>
        </p:spPr>
      </p:pic>
      <p:sp>
        <p:nvSpPr>
          <p:cNvPr id="31" name="文本框 22"/>
          <p:cNvSpPr txBox="1"/>
          <p:nvPr>
            <p:custDataLst>
              <p:tags r:id="rId16"/>
            </p:custDataLst>
          </p:nvPr>
        </p:nvSpPr>
        <p:spPr>
          <a:xfrm flipH="1">
            <a:off x="2760609" y="4209014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📱 响应式布局 —— 桌面/移动端皆可流畅使用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32" name="图形 3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2290678" y="4318378"/>
            <a:ext cx="431635" cy="421109"/>
          </a:xfrm>
          <a:prstGeom prst="rect">
            <a:avLst/>
          </a:prstGeom>
        </p:spPr>
      </p:pic>
      <p:sp>
        <p:nvSpPr>
          <p:cNvPr id="45" name="文本框 22"/>
          <p:cNvSpPr txBox="1"/>
          <p:nvPr>
            <p:custDataLst>
              <p:tags r:id="rId18"/>
            </p:custDataLst>
          </p:nvPr>
        </p:nvSpPr>
        <p:spPr>
          <a:xfrm flipH="1">
            <a:off x="6156581" y="4209014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💬 气泡消息样式 —— 类 IM 聊天体验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46" name="图形 45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5687216" y="4318378"/>
            <a:ext cx="431635" cy="421109"/>
          </a:xfrm>
          <a:prstGeom prst="rect">
            <a:avLst/>
          </a:prstGeom>
        </p:spPr>
      </p:pic>
      <p:sp>
        <p:nvSpPr>
          <p:cNvPr id="48" name="文本框 22"/>
          <p:cNvSpPr txBox="1"/>
          <p:nvPr>
            <p:custDataLst>
              <p:tags r:id="rId20"/>
            </p:custDataLst>
          </p:nvPr>
        </p:nvSpPr>
        <p:spPr>
          <a:xfrm flipH="1">
            <a:off x="9553336" y="4209014"/>
            <a:ext cx="2180382" cy="11967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89995" tIns="46797" rIns="89995" bIns="46797" anchor="t">
            <a:normAutofit/>
          </a:bodyPr>
          <a:lstStyle>
            <a:defPPr>
              <a:defRPr lang="zh-CN"/>
            </a:defPPr>
            <a:lvl1pPr marL="285750" lvl="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800" spc="150">
                <a:solidFill>
                  <a:schemeClr val="dk1">
                    <a:lumMod val="85000"/>
                    <a:lumOff val="15000"/>
                  </a:schemeClr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🎠 快捷问题轮播 —— 降低游客输入门槛</a:t>
            </a:r>
            <a:endParaRPr sz="1800" spc="150">
              <a:solidFill>
                <a:schemeClr val="dk1">
                  <a:lumMod val="85000"/>
                  <a:lumOff val="15000"/>
                </a:schemeClr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pic>
        <p:nvPicPr>
          <p:cNvPr id="49" name="图形 4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1" r="31"/>
          <a:stretch>
            <a:fillRect/>
          </a:stretch>
        </p:blipFill>
        <p:spPr>
          <a:xfrm>
            <a:off x="9083753" y="4318378"/>
            <a:ext cx="431635" cy="421109"/>
          </a:xfrm>
          <a:prstGeom prst="rect">
            <a:avLst/>
          </a:prstGeom>
        </p:spPr>
      </p:pic>
      <p:cxnSp>
        <p:nvCxnSpPr>
          <p:cNvPr id="5" name="直接连接符 4"/>
          <p:cNvCxnSpPr/>
          <p:nvPr>
            <p:custDataLst>
              <p:tags r:id="rId22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23"/>
            </p:custDataLst>
          </p:nvPr>
        </p:nvSpPr>
        <p:spPr>
          <a:xfrm>
            <a:off x="1249025" y="152417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  <a:cs typeface="汉仪尚巍手书W" panose="00020600040101010101" pitchFamily="18" charset="-122"/>
              </a:rPr>
              <a:t>UI 设计亮点</a:t>
            </a:r>
            <a:endParaRPr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  <a:cs typeface="汉仪尚巍手书W" panose="00020600040101010101" pitchFamily="18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2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技术架构</a:t>
            </a:r>
            <a:endParaRPr lang="zh-CN" altLang="en-US"/>
          </a:p>
        </p:txBody>
      </p:sp>
      <p:sp>
        <p:nvSpPr>
          <p:cNvPr id="2" name="圆角矩形 15"/>
          <p:cNvSpPr/>
          <p:nvPr>
            <p:custDataLst>
              <p:tags r:id="rId2"/>
            </p:custDataLst>
          </p:nvPr>
        </p:nvSpPr>
        <p:spPr>
          <a:xfrm>
            <a:off x="701268" y="1457972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前端：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HTML + CSS + JavaScript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，响应式设计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" name="椭圆 44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894118" y="1969913"/>
            <a:ext cx="436451" cy="436451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1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" name="圆角矩形 22"/>
          <p:cNvSpPr/>
          <p:nvPr>
            <p:custDataLst>
              <p:tags r:id="rId4"/>
            </p:custDataLst>
          </p:nvPr>
        </p:nvSpPr>
        <p:spPr>
          <a:xfrm>
            <a:off x="701268" y="3074362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3">
                    <a:alpha val="70000"/>
                  </a:schemeClr>
                </a:gs>
                <a:gs pos="100000">
                  <a:schemeClr val="accent3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AI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模型：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Mimo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系列大语言模型（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mimo-v2.5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）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" name="椭圆 2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94118" y="3586303"/>
            <a:ext cx="436451" cy="436451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3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6" name="圆角矩形 25"/>
          <p:cNvSpPr/>
          <p:nvPr>
            <p:custDataLst>
              <p:tags r:id="rId6"/>
            </p:custDataLst>
          </p:nvPr>
        </p:nvSpPr>
        <p:spPr>
          <a:xfrm>
            <a:off x="701268" y="4690751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5">
                    <a:alpha val="70000"/>
                  </a:schemeClr>
                </a:gs>
                <a:gs pos="100000">
                  <a:schemeClr val="accent5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部署：纯静态页面，可部署至任意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Web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服务器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/ CDN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7" name="椭圆 2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94118" y="5202693"/>
            <a:ext cx="436451" cy="436451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5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8" name="圆角矩形 37"/>
          <p:cNvSpPr/>
          <p:nvPr>
            <p:custDataLst>
              <p:tags r:id="rId8"/>
            </p:custDataLst>
          </p:nvPr>
        </p:nvSpPr>
        <p:spPr>
          <a:xfrm>
            <a:off x="6170222" y="1457972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2">
                    <a:alpha val="7000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样式：渐变背景、枫叶主题色、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CSS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动画效果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椭圆 3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363072" y="1969913"/>
            <a:ext cx="436451" cy="436451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2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0" name="圆角矩形 40"/>
          <p:cNvSpPr/>
          <p:nvPr>
            <p:custDataLst>
              <p:tags r:id="rId10"/>
            </p:custDataLst>
          </p:nvPr>
        </p:nvSpPr>
        <p:spPr>
          <a:xfrm>
            <a:off x="6170222" y="3074362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4">
                    <a:alpha val="70000"/>
                  </a:schemeClr>
                </a:gs>
                <a:gs pos="100000">
                  <a:schemeClr val="accent4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API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：类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OpenAI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格式接口，支持流式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非流式调用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椭圆 4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363072" y="3586303"/>
            <a:ext cx="436451" cy="436451"/>
          </a:xfrm>
          <a:prstGeom prst="ellipse">
            <a:avLst/>
          </a:pr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4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2" name="圆角矩形 43"/>
          <p:cNvSpPr/>
          <p:nvPr>
            <p:custDataLst>
              <p:tags r:id="rId12"/>
            </p:custDataLst>
          </p:nvPr>
        </p:nvSpPr>
        <p:spPr>
          <a:xfrm>
            <a:off x="6170222" y="4690751"/>
            <a:ext cx="5320510" cy="1460333"/>
          </a:xfrm>
          <a:prstGeom prst="roundRect">
            <a:avLst>
              <a:gd name="adj" fmla="val 15204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6">
                    <a:alpha val="70000"/>
                  </a:schemeClr>
                </a:gs>
                <a:gs pos="100000">
                  <a:schemeClr val="accent6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20090" tIns="0" rIns="179705" rtlCol="0" anchor="ctr">
            <a:noAutofit/>
          </a:bodyPr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交互：异步请求，加载动画，错误兜底处理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3" name="椭圆 45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363072" y="5202693"/>
            <a:ext cx="436451" cy="436451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6</a:t>
            </a:r>
            <a:endParaRPr lang="en-US" altLang="zh-CN" dirty="0">
              <a:solidFill>
                <a:srgbClr val="FFFFFF"/>
              </a:solidFill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6" name="等腰三角形 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1730288" y="3364228"/>
            <a:ext cx="1278639" cy="1102418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1469847" y="3364229"/>
            <a:ext cx="1278639" cy="110241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8" name="KSO_Shape"/>
          <p:cNvSpPr/>
          <p:nvPr>
            <p:custDataLst>
              <p:tags r:id="rId9"/>
            </p:custDataLst>
          </p:nvPr>
        </p:nvSpPr>
        <p:spPr bwMode="auto">
          <a:xfrm>
            <a:off x="3369296" y="1423537"/>
            <a:ext cx="504017" cy="504016"/>
          </a:xfrm>
          <a:custGeom>
            <a:avLst/>
            <a:gdLst>
              <a:gd name="T0" fmla="*/ 956359 w 1647825"/>
              <a:gd name="T1" fmla="*/ 1636826 h 1647826"/>
              <a:gd name="T2" fmla="*/ 747857 w 1647825"/>
              <a:gd name="T3" fmla="*/ 1644290 h 1647826"/>
              <a:gd name="T4" fmla="*/ 552064 w 1647825"/>
              <a:gd name="T5" fmla="*/ 1602253 h 1647826"/>
              <a:gd name="T6" fmla="*/ 715689 w 1647825"/>
              <a:gd name="T7" fmla="*/ 1601861 h 1647826"/>
              <a:gd name="T8" fmla="*/ 887256 w 1647825"/>
              <a:gd name="T9" fmla="*/ 1606575 h 1647826"/>
              <a:gd name="T10" fmla="*/ 1054454 w 1647825"/>
              <a:gd name="T11" fmla="*/ 1574360 h 1647826"/>
              <a:gd name="T12" fmla="*/ 824299 w 1647825"/>
              <a:gd name="T13" fmla="*/ 1511300 h 1647826"/>
              <a:gd name="T14" fmla="*/ 704546 w 1647825"/>
              <a:gd name="T15" fmla="*/ 1461552 h 1647826"/>
              <a:gd name="T16" fmla="*/ 930127 w 1647825"/>
              <a:gd name="T17" fmla="*/ 1463902 h 1647826"/>
              <a:gd name="T18" fmla="*/ 1356122 w 1647825"/>
              <a:gd name="T19" fmla="*/ 1452828 h 1647826"/>
              <a:gd name="T20" fmla="*/ 1149747 w 1647825"/>
              <a:gd name="T21" fmla="*/ 1581151 h 1647826"/>
              <a:gd name="T22" fmla="*/ 515270 w 1647825"/>
              <a:gd name="T23" fmla="*/ 1266356 h 1647826"/>
              <a:gd name="T24" fmla="*/ 425814 w 1647825"/>
              <a:gd name="T25" fmla="*/ 1545074 h 1647826"/>
              <a:gd name="T26" fmla="*/ 236961 w 1647825"/>
              <a:gd name="T27" fmla="*/ 1401552 h 1647826"/>
              <a:gd name="T28" fmla="*/ 652180 w 1647825"/>
              <a:gd name="T29" fmla="*/ 1071563 h 1647826"/>
              <a:gd name="T30" fmla="*/ 198520 w 1647825"/>
              <a:gd name="T31" fmla="*/ 994251 h 1647826"/>
              <a:gd name="T32" fmla="*/ 228545 w 1647825"/>
              <a:gd name="T33" fmla="*/ 1165580 h 1647826"/>
              <a:gd name="T34" fmla="*/ 158888 w 1647825"/>
              <a:gd name="T35" fmla="*/ 998634 h 1647826"/>
              <a:gd name="T36" fmla="*/ 1499776 w 1647825"/>
              <a:gd name="T37" fmla="*/ 943174 h 1647826"/>
              <a:gd name="T38" fmla="*/ 1443657 w 1647825"/>
              <a:gd name="T39" fmla="*/ 1118941 h 1647826"/>
              <a:gd name="T40" fmla="*/ 1430523 w 1647825"/>
              <a:gd name="T41" fmla="*/ 1050060 h 1647826"/>
              <a:gd name="T42" fmla="*/ 1647825 w 1647825"/>
              <a:gd name="T43" fmla="*/ 804876 h 1647826"/>
              <a:gd name="T44" fmla="*/ 1627188 w 1647825"/>
              <a:gd name="T45" fmla="*/ 1006630 h 1647826"/>
              <a:gd name="T46" fmla="*/ 1562100 w 1647825"/>
              <a:gd name="T47" fmla="*/ 1190116 h 1647826"/>
              <a:gd name="T48" fmla="*/ 1456928 w 1647825"/>
              <a:gd name="T49" fmla="*/ 1350963 h 1647826"/>
              <a:gd name="T50" fmla="*/ 1529556 w 1647825"/>
              <a:gd name="T51" fmla="*/ 1167081 h 1647826"/>
              <a:gd name="T52" fmla="*/ 1588294 w 1647825"/>
              <a:gd name="T53" fmla="*/ 1003056 h 1647826"/>
              <a:gd name="T54" fmla="*/ 1608931 w 1647825"/>
              <a:gd name="T55" fmla="*/ 823940 h 1647826"/>
              <a:gd name="T56" fmla="*/ 45244 w 1647825"/>
              <a:gd name="T57" fmla="*/ 926307 h 1647826"/>
              <a:gd name="T58" fmla="*/ 89297 w 1647825"/>
              <a:gd name="T59" fmla="*/ 1101726 h 1647826"/>
              <a:gd name="T60" fmla="*/ 170260 w 1647825"/>
              <a:gd name="T61" fmla="*/ 1259285 h 1647826"/>
              <a:gd name="T62" fmla="*/ 135335 w 1647825"/>
              <a:gd name="T63" fmla="*/ 1276748 h 1647826"/>
              <a:gd name="T64" fmla="*/ 46831 w 1647825"/>
              <a:gd name="T65" fmla="*/ 1098948 h 1647826"/>
              <a:gd name="T66" fmla="*/ 3175 w 1647825"/>
              <a:gd name="T67" fmla="*/ 900907 h 1647826"/>
              <a:gd name="T68" fmla="*/ 1314889 w 1647825"/>
              <a:gd name="T69" fmla="*/ 671513 h 1647826"/>
              <a:gd name="T70" fmla="*/ 987105 w 1647825"/>
              <a:gd name="T71" fmla="*/ 1046163 h 1647826"/>
              <a:gd name="T72" fmla="*/ 1540533 w 1647825"/>
              <a:gd name="T73" fmla="*/ 418281 h 1647826"/>
              <a:gd name="T74" fmla="*/ 1626767 w 1647825"/>
              <a:gd name="T75" fmla="*/ 640748 h 1647826"/>
              <a:gd name="T76" fmla="*/ 1341437 w 1647825"/>
              <a:gd name="T77" fmla="*/ 662559 h 1647826"/>
              <a:gd name="T78" fmla="*/ 175991 w 1647825"/>
              <a:gd name="T79" fmla="*/ 833870 h 1647826"/>
              <a:gd name="T80" fmla="*/ 31713 w 1647825"/>
              <a:gd name="T81" fmla="*/ 595541 h 1647826"/>
              <a:gd name="T82" fmla="*/ 293316 w 1647825"/>
              <a:gd name="T83" fmla="*/ 387350 h 1647826"/>
              <a:gd name="T84" fmla="*/ 1155020 w 1647825"/>
              <a:gd name="T85" fmla="*/ 223001 h 1647826"/>
              <a:gd name="T86" fmla="*/ 1312138 w 1647825"/>
              <a:gd name="T87" fmla="*/ 341854 h 1647826"/>
              <a:gd name="T88" fmla="*/ 1208052 w 1647825"/>
              <a:gd name="T89" fmla="*/ 302633 h 1647826"/>
              <a:gd name="T90" fmla="*/ 598488 w 1647825"/>
              <a:gd name="T91" fmla="*/ 217164 h 1647826"/>
              <a:gd name="T92" fmla="*/ 395220 w 1647825"/>
              <a:gd name="T93" fmla="*/ 338651 h 1647826"/>
              <a:gd name="T94" fmla="*/ 380872 w 1647825"/>
              <a:gd name="T95" fmla="*/ 299616 h 1647826"/>
              <a:gd name="T96" fmla="*/ 545878 w 1647825"/>
              <a:gd name="T97" fmla="*/ 196850 h 1647826"/>
              <a:gd name="T98" fmla="*/ 1212850 w 1647825"/>
              <a:gd name="T99" fmla="*/ 97392 h 1647826"/>
              <a:gd name="T100" fmla="*/ 1386682 w 1647825"/>
              <a:gd name="T101" fmla="*/ 223079 h 1647826"/>
              <a:gd name="T102" fmla="*/ 1522413 w 1647825"/>
              <a:gd name="T103" fmla="*/ 388938 h 1647826"/>
              <a:gd name="T104" fmla="*/ 1364457 w 1647825"/>
              <a:gd name="T105" fmla="*/ 255694 h 1647826"/>
              <a:gd name="T106" fmla="*/ 1221582 w 1647825"/>
              <a:gd name="T107" fmla="*/ 147507 h 1647826"/>
              <a:gd name="T108" fmla="*/ 1055291 w 1647825"/>
              <a:gd name="T109" fmla="*/ 73527 h 1647826"/>
              <a:gd name="T110" fmla="*/ 470813 w 1647825"/>
              <a:gd name="T111" fmla="*/ 122846 h 1647826"/>
              <a:gd name="T112" fmla="*/ 319328 w 1647825"/>
              <a:gd name="T113" fmla="*/ 222679 h 1647826"/>
              <a:gd name="T114" fmla="*/ 195602 w 1647825"/>
              <a:gd name="T115" fmla="*/ 354728 h 1647826"/>
              <a:gd name="T116" fmla="*/ 218602 w 1647825"/>
              <a:gd name="T117" fmla="*/ 265635 h 1647826"/>
              <a:gd name="T118" fmla="*/ 383174 w 1647825"/>
              <a:gd name="T119" fmla="*/ 127619 h 1647826"/>
              <a:gd name="T120" fmla="*/ 580263 w 1647825"/>
              <a:gd name="T121" fmla="*/ 36139 h 1647826"/>
              <a:gd name="T122" fmla="*/ 995500 w 1647825"/>
              <a:gd name="T123" fmla="*/ 18230 h 1647826"/>
              <a:gd name="T124" fmla="*/ 630147 w 1647825"/>
              <a:gd name="T125" fmla="*/ 63409 h 1647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47825" h="1647826">
                <a:moveTo>
                  <a:pt x="1069148" y="1570038"/>
                </a:moveTo>
                <a:lnTo>
                  <a:pt x="1117600" y="1593610"/>
                </a:lnTo>
                <a:lnTo>
                  <a:pt x="1100126" y="1600289"/>
                </a:lnTo>
                <a:lnTo>
                  <a:pt x="1082651" y="1606182"/>
                </a:lnTo>
                <a:lnTo>
                  <a:pt x="1065177" y="1611682"/>
                </a:lnTo>
                <a:lnTo>
                  <a:pt x="1047305" y="1616790"/>
                </a:lnTo>
                <a:lnTo>
                  <a:pt x="1029831" y="1621504"/>
                </a:lnTo>
                <a:lnTo>
                  <a:pt x="1011562" y="1626218"/>
                </a:lnTo>
                <a:lnTo>
                  <a:pt x="993293" y="1630147"/>
                </a:lnTo>
                <a:lnTo>
                  <a:pt x="974628" y="1634076"/>
                </a:lnTo>
                <a:lnTo>
                  <a:pt x="956359" y="1636826"/>
                </a:lnTo>
                <a:lnTo>
                  <a:pt x="937693" y="1639969"/>
                </a:lnTo>
                <a:lnTo>
                  <a:pt x="919027" y="1641933"/>
                </a:lnTo>
                <a:lnTo>
                  <a:pt x="899964" y="1644290"/>
                </a:lnTo>
                <a:lnTo>
                  <a:pt x="880901" y="1645469"/>
                </a:lnTo>
                <a:lnTo>
                  <a:pt x="862235" y="1646648"/>
                </a:lnTo>
                <a:lnTo>
                  <a:pt x="842775" y="1647826"/>
                </a:lnTo>
                <a:lnTo>
                  <a:pt x="823315" y="1647826"/>
                </a:lnTo>
                <a:lnTo>
                  <a:pt x="804252" y="1647826"/>
                </a:lnTo>
                <a:lnTo>
                  <a:pt x="785586" y="1646648"/>
                </a:lnTo>
                <a:lnTo>
                  <a:pt x="766523" y="1645862"/>
                </a:lnTo>
                <a:lnTo>
                  <a:pt x="747857" y="1644290"/>
                </a:lnTo>
                <a:lnTo>
                  <a:pt x="729986" y="1642326"/>
                </a:lnTo>
                <a:lnTo>
                  <a:pt x="711320" y="1640362"/>
                </a:lnTo>
                <a:lnTo>
                  <a:pt x="693051" y="1637219"/>
                </a:lnTo>
                <a:lnTo>
                  <a:pt x="674782" y="1634469"/>
                </a:lnTo>
                <a:lnTo>
                  <a:pt x="656911" y="1630933"/>
                </a:lnTo>
                <a:lnTo>
                  <a:pt x="639039" y="1627004"/>
                </a:lnTo>
                <a:lnTo>
                  <a:pt x="621168" y="1622683"/>
                </a:lnTo>
                <a:lnTo>
                  <a:pt x="603693" y="1617968"/>
                </a:lnTo>
                <a:lnTo>
                  <a:pt x="586219" y="1613254"/>
                </a:lnTo>
                <a:lnTo>
                  <a:pt x="569142" y="1607754"/>
                </a:lnTo>
                <a:lnTo>
                  <a:pt x="552064" y="1602253"/>
                </a:lnTo>
                <a:lnTo>
                  <a:pt x="534987" y="1596360"/>
                </a:lnTo>
                <a:lnTo>
                  <a:pt x="583439" y="1572003"/>
                </a:lnTo>
                <a:lnTo>
                  <a:pt x="597736" y="1576324"/>
                </a:lnTo>
                <a:lnTo>
                  <a:pt x="612033" y="1580646"/>
                </a:lnTo>
                <a:lnTo>
                  <a:pt x="626728" y="1584182"/>
                </a:lnTo>
                <a:lnTo>
                  <a:pt x="640628" y="1587717"/>
                </a:lnTo>
                <a:lnTo>
                  <a:pt x="655322" y="1591253"/>
                </a:lnTo>
                <a:lnTo>
                  <a:pt x="670811" y="1594396"/>
                </a:lnTo>
                <a:lnTo>
                  <a:pt x="685505" y="1597146"/>
                </a:lnTo>
                <a:lnTo>
                  <a:pt x="700597" y="1599896"/>
                </a:lnTo>
                <a:lnTo>
                  <a:pt x="715689" y="1601861"/>
                </a:lnTo>
                <a:lnTo>
                  <a:pt x="730780" y="1603432"/>
                </a:lnTo>
                <a:lnTo>
                  <a:pt x="745872" y="1605396"/>
                </a:lnTo>
                <a:lnTo>
                  <a:pt x="760963" y="1606575"/>
                </a:lnTo>
                <a:lnTo>
                  <a:pt x="776452" y="1607754"/>
                </a:lnTo>
                <a:lnTo>
                  <a:pt x="791941" y="1608932"/>
                </a:lnTo>
                <a:lnTo>
                  <a:pt x="807429" y="1609325"/>
                </a:lnTo>
                <a:lnTo>
                  <a:pt x="823315" y="1609325"/>
                </a:lnTo>
                <a:lnTo>
                  <a:pt x="839201" y="1609325"/>
                </a:lnTo>
                <a:lnTo>
                  <a:pt x="855087" y="1608147"/>
                </a:lnTo>
                <a:lnTo>
                  <a:pt x="870973" y="1607754"/>
                </a:lnTo>
                <a:lnTo>
                  <a:pt x="887256" y="1606575"/>
                </a:lnTo>
                <a:lnTo>
                  <a:pt x="902744" y="1605396"/>
                </a:lnTo>
                <a:lnTo>
                  <a:pt x="918233" y="1603432"/>
                </a:lnTo>
                <a:lnTo>
                  <a:pt x="933722" y="1601468"/>
                </a:lnTo>
                <a:lnTo>
                  <a:pt x="949210" y="1598718"/>
                </a:lnTo>
                <a:lnTo>
                  <a:pt x="964699" y="1596360"/>
                </a:lnTo>
                <a:lnTo>
                  <a:pt x="980188" y="1593218"/>
                </a:lnTo>
                <a:lnTo>
                  <a:pt x="995279" y="1590467"/>
                </a:lnTo>
                <a:lnTo>
                  <a:pt x="1010371" y="1586932"/>
                </a:lnTo>
                <a:lnTo>
                  <a:pt x="1025065" y="1583003"/>
                </a:lnTo>
                <a:lnTo>
                  <a:pt x="1039760" y="1578681"/>
                </a:lnTo>
                <a:lnTo>
                  <a:pt x="1054454" y="1574360"/>
                </a:lnTo>
                <a:lnTo>
                  <a:pt x="1069148" y="1570038"/>
                </a:lnTo>
                <a:close/>
                <a:moveTo>
                  <a:pt x="990600" y="1450975"/>
                </a:moveTo>
                <a:lnTo>
                  <a:pt x="960761" y="1497590"/>
                </a:lnTo>
                <a:lnTo>
                  <a:pt x="944450" y="1500332"/>
                </a:lnTo>
                <a:lnTo>
                  <a:pt x="927740" y="1503466"/>
                </a:lnTo>
                <a:lnTo>
                  <a:pt x="910632" y="1505424"/>
                </a:lnTo>
                <a:lnTo>
                  <a:pt x="893923" y="1507775"/>
                </a:lnTo>
                <a:lnTo>
                  <a:pt x="876417" y="1508950"/>
                </a:lnTo>
                <a:lnTo>
                  <a:pt x="859310" y="1510125"/>
                </a:lnTo>
                <a:lnTo>
                  <a:pt x="841804" y="1510909"/>
                </a:lnTo>
                <a:lnTo>
                  <a:pt x="824299" y="1511300"/>
                </a:lnTo>
                <a:lnTo>
                  <a:pt x="807589" y="1510909"/>
                </a:lnTo>
                <a:lnTo>
                  <a:pt x="791675" y="1510125"/>
                </a:lnTo>
                <a:lnTo>
                  <a:pt x="775363" y="1508950"/>
                </a:lnTo>
                <a:lnTo>
                  <a:pt x="759051" y="1507775"/>
                </a:lnTo>
                <a:lnTo>
                  <a:pt x="743137" y="1506208"/>
                </a:lnTo>
                <a:lnTo>
                  <a:pt x="727223" y="1503858"/>
                </a:lnTo>
                <a:lnTo>
                  <a:pt x="711707" y="1501899"/>
                </a:lnTo>
                <a:lnTo>
                  <a:pt x="695395" y="1498765"/>
                </a:lnTo>
                <a:lnTo>
                  <a:pt x="666750" y="1453326"/>
                </a:lnTo>
                <a:lnTo>
                  <a:pt x="685449" y="1458026"/>
                </a:lnTo>
                <a:lnTo>
                  <a:pt x="704546" y="1461552"/>
                </a:lnTo>
                <a:lnTo>
                  <a:pt x="724041" y="1465077"/>
                </a:lnTo>
                <a:lnTo>
                  <a:pt x="743933" y="1467819"/>
                </a:lnTo>
                <a:lnTo>
                  <a:pt x="763428" y="1469778"/>
                </a:lnTo>
                <a:lnTo>
                  <a:pt x="783718" y="1471345"/>
                </a:lnTo>
                <a:lnTo>
                  <a:pt x="803611" y="1472520"/>
                </a:lnTo>
                <a:lnTo>
                  <a:pt x="824299" y="1472520"/>
                </a:lnTo>
                <a:lnTo>
                  <a:pt x="845783" y="1472520"/>
                </a:lnTo>
                <a:lnTo>
                  <a:pt x="866869" y="1470953"/>
                </a:lnTo>
                <a:lnTo>
                  <a:pt x="888353" y="1469386"/>
                </a:lnTo>
                <a:lnTo>
                  <a:pt x="909439" y="1467428"/>
                </a:lnTo>
                <a:lnTo>
                  <a:pt x="930127" y="1463902"/>
                </a:lnTo>
                <a:lnTo>
                  <a:pt x="950417" y="1460377"/>
                </a:lnTo>
                <a:lnTo>
                  <a:pt x="970708" y="1456068"/>
                </a:lnTo>
                <a:lnTo>
                  <a:pt x="990600" y="1450975"/>
                </a:lnTo>
                <a:close/>
                <a:moveTo>
                  <a:pt x="1402556" y="1195388"/>
                </a:moveTo>
                <a:lnTo>
                  <a:pt x="1425972" y="1326889"/>
                </a:lnTo>
                <a:lnTo>
                  <a:pt x="1435100" y="1376153"/>
                </a:lnTo>
                <a:lnTo>
                  <a:pt x="1420019" y="1392044"/>
                </a:lnTo>
                <a:lnTo>
                  <a:pt x="1404541" y="1408333"/>
                </a:lnTo>
                <a:lnTo>
                  <a:pt x="1389063" y="1423429"/>
                </a:lnTo>
                <a:lnTo>
                  <a:pt x="1372394" y="1438526"/>
                </a:lnTo>
                <a:lnTo>
                  <a:pt x="1356122" y="1452828"/>
                </a:lnTo>
                <a:lnTo>
                  <a:pt x="1339056" y="1467131"/>
                </a:lnTo>
                <a:lnTo>
                  <a:pt x="1321594" y="1480241"/>
                </a:lnTo>
                <a:lnTo>
                  <a:pt x="1303734" y="1493749"/>
                </a:lnTo>
                <a:lnTo>
                  <a:pt x="1285875" y="1506462"/>
                </a:lnTo>
                <a:lnTo>
                  <a:pt x="1267619" y="1518380"/>
                </a:lnTo>
                <a:lnTo>
                  <a:pt x="1248569" y="1529902"/>
                </a:lnTo>
                <a:lnTo>
                  <a:pt x="1229519" y="1541423"/>
                </a:lnTo>
                <a:lnTo>
                  <a:pt x="1210072" y="1552149"/>
                </a:lnTo>
                <a:lnTo>
                  <a:pt x="1190228" y="1562082"/>
                </a:lnTo>
                <a:lnTo>
                  <a:pt x="1170384" y="1572014"/>
                </a:lnTo>
                <a:lnTo>
                  <a:pt x="1149747" y="1581151"/>
                </a:lnTo>
                <a:lnTo>
                  <a:pt x="1103709" y="1557711"/>
                </a:lnTo>
                <a:lnTo>
                  <a:pt x="989012" y="1500503"/>
                </a:lnTo>
                <a:lnTo>
                  <a:pt x="996553" y="1489379"/>
                </a:lnTo>
                <a:lnTo>
                  <a:pt x="1027906" y="1439321"/>
                </a:lnTo>
                <a:lnTo>
                  <a:pt x="1136253" y="1267694"/>
                </a:lnTo>
                <a:lnTo>
                  <a:pt x="1342628" y="1211279"/>
                </a:lnTo>
                <a:lnTo>
                  <a:pt x="1400969" y="1195785"/>
                </a:lnTo>
                <a:lnTo>
                  <a:pt x="1402556" y="1195388"/>
                </a:lnTo>
                <a:close/>
                <a:moveTo>
                  <a:pt x="252864" y="1195388"/>
                </a:moveTo>
                <a:lnTo>
                  <a:pt x="302960" y="1209265"/>
                </a:lnTo>
                <a:lnTo>
                  <a:pt x="515270" y="1266356"/>
                </a:lnTo>
                <a:lnTo>
                  <a:pt x="518849" y="1267545"/>
                </a:lnTo>
                <a:lnTo>
                  <a:pt x="537137" y="1295695"/>
                </a:lnTo>
                <a:lnTo>
                  <a:pt x="629775" y="1441992"/>
                </a:lnTo>
                <a:lnTo>
                  <a:pt x="660786" y="1491154"/>
                </a:lnTo>
                <a:lnTo>
                  <a:pt x="666750" y="1500669"/>
                </a:lnTo>
                <a:lnTo>
                  <a:pt x="550655" y="1559743"/>
                </a:lnTo>
                <a:lnTo>
                  <a:pt x="504138" y="1582738"/>
                </a:lnTo>
                <a:lnTo>
                  <a:pt x="484259" y="1574412"/>
                </a:lnTo>
                <a:lnTo>
                  <a:pt x="464379" y="1564897"/>
                </a:lnTo>
                <a:lnTo>
                  <a:pt x="444898" y="1555382"/>
                </a:lnTo>
                <a:lnTo>
                  <a:pt x="425814" y="1545074"/>
                </a:lnTo>
                <a:lnTo>
                  <a:pt x="407127" y="1533973"/>
                </a:lnTo>
                <a:lnTo>
                  <a:pt x="388441" y="1522871"/>
                </a:lnTo>
                <a:lnTo>
                  <a:pt x="370152" y="1511374"/>
                </a:lnTo>
                <a:lnTo>
                  <a:pt x="352260" y="1498687"/>
                </a:lnTo>
                <a:lnTo>
                  <a:pt x="334767" y="1486396"/>
                </a:lnTo>
                <a:lnTo>
                  <a:pt x="317671" y="1473313"/>
                </a:lnTo>
                <a:lnTo>
                  <a:pt x="300972" y="1459833"/>
                </a:lnTo>
                <a:lnTo>
                  <a:pt x="284671" y="1445560"/>
                </a:lnTo>
                <a:lnTo>
                  <a:pt x="267972" y="1431287"/>
                </a:lnTo>
                <a:lnTo>
                  <a:pt x="252467" y="1416618"/>
                </a:lnTo>
                <a:lnTo>
                  <a:pt x="236961" y="1401552"/>
                </a:lnTo>
                <a:lnTo>
                  <a:pt x="222250" y="1386090"/>
                </a:lnTo>
                <a:lnTo>
                  <a:pt x="230202" y="1336531"/>
                </a:lnTo>
                <a:lnTo>
                  <a:pt x="251671" y="1203318"/>
                </a:lnTo>
                <a:lnTo>
                  <a:pt x="252864" y="1195388"/>
                </a:lnTo>
                <a:close/>
                <a:moveTo>
                  <a:pt x="950912" y="1071563"/>
                </a:moveTo>
                <a:lnTo>
                  <a:pt x="998316" y="1071563"/>
                </a:lnTo>
                <a:lnTo>
                  <a:pt x="1120775" y="1245264"/>
                </a:lnTo>
                <a:lnTo>
                  <a:pt x="1119590" y="1245662"/>
                </a:lnTo>
                <a:lnTo>
                  <a:pt x="1095888" y="1279526"/>
                </a:lnTo>
                <a:lnTo>
                  <a:pt x="950912" y="1071563"/>
                </a:lnTo>
                <a:close/>
                <a:moveTo>
                  <a:pt x="652180" y="1071563"/>
                </a:moveTo>
                <a:lnTo>
                  <a:pt x="700087" y="1071563"/>
                </a:lnTo>
                <a:lnTo>
                  <a:pt x="554783" y="1276351"/>
                </a:lnTo>
                <a:lnTo>
                  <a:pt x="534987" y="1244662"/>
                </a:lnTo>
                <a:lnTo>
                  <a:pt x="652180" y="1071563"/>
                </a:lnTo>
                <a:close/>
                <a:moveTo>
                  <a:pt x="177703" y="873125"/>
                </a:moveTo>
                <a:lnTo>
                  <a:pt x="179305" y="893844"/>
                </a:lnTo>
                <a:lnTo>
                  <a:pt x="182107" y="914164"/>
                </a:lnTo>
                <a:lnTo>
                  <a:pt x="185710" y="934485"/>
                </a:lnTo>
                <a:lnTo>
                  <a:pt x="188913" y="954805"/>
                </a:lnTo>
                <a:lnTo>
                  <a:pt x="193716" y="974727"/>
                </a:lnTo>
                <a:lnTo>
                  <a:pt x="198520" y="994251"/>
                </a:lnTo>
                <a:lnTo>
                  <a:pt x="204125" y="1013774"/>
                </a:lnTo>
                <a:lnTo>
                  <a:pt x="210931" y="1032899"/>
                </a:lnTo>
                <a:lnTo>
                  <a:pt x="217336" y="1052025"/>
                </a:lnTo>
                <a:lnTo>
                  <a:pt x="224942" y="1070751"/>
                </a:lnTo>
                <a:lnTo>
                  <a:pt x="232949" y="1089478"/>
                </a:lnTo>
                <a:lnTo>
                  <a:pt x="241356" y="1107009"/>
                </a:lnTo>
                <a:lnTo>
                  <a:pt x="250563" y="1124939"/>
                </a:lnTo>
                <a:lnTo>
                  <a:pt x="260171" y="1142470"/>
                </a:lnTo>
                <a:lnTo>
                  <a:pt x="270179" y="1159603"/>
                </a:lnTo>
                <a:lnTo>
                  <a:pt x="280988" y="1176338"/>
                </a:lnTo>
                <a:lnTo>
                  <a:pt x="228545" y="1165580"/>
                </a:lnTo>
                <a:lnTo>
                  <a:pt x="220538" y="1151236"/>
                </a:lnTo>
                <a:lnTo>
                  <a:pt x="212532" y="1136494"/>
                </a:lnTo>
                <a:lnTo>
                  <a:pt x="205326" y="1121752"/>
                </a:lnTo>
                <a:lnTo>
                  <a:pt x="198120" y="1107009"/>
                </a:lnTo>
                <a:lnTo>
                  <a:pt x="191315" y="1091869"/>
                </a:lnTo>
                <a:lnTo>
                  <a:pt x="185310" y="1076728"/>
                </a:lnTo>
                <a:lnTo>
                  <a:pt x="178904" y="1061587"/>
                </a:lnTo>
                <a:lnTo>
                  <a:pt x="173300" y="1046048"/>
                </a:lnTo>
                <a:lnTo>
                  <a:pt x="168096" y="1030509"/>
                </a:lnTo>
                <a:lnTo>
                  <a:pt x="163292" y="1014571"/>
                </a:lnTo>
                <a:lnTo>
                  <a:pt x="158888" y="998634"/>
                </a:lnTo>
                <a:lnTo>
                  <a:pt x="154885" y="982297"/>
                </a:lnTo>
                <a:lnTo>
                  <a:pt x="151282" y="966360"/>
                </a:lnTo>
                <a:lnTo>
                  <a:pt x="148079" y="949227"/>
                </a:lnTo>
                <a:lnTo>
                  <a:pt x="144877" y="932492"/>
                </a:lnTo>
                <a:lnTo>
                  <a:pt x="142875" y="915360"/>
                </a:lnTo>
                <a:lnTo>
                  <a:pt x="143275" y="915758"/>
                </a:lnTo>
                <a:lnTo>
                  <a:pt x="177703" y="873125"/>
                </a:lnTo>
                <a:close/>
                <a:moveTo>
                  <a:pt x="1469926" y="865188"/>
                </a:moveTo>
                <a:lnTo>
                  <a:pt x="1504950" y="909130"/>
                </a:lnTo>
                <a:lnTo>
                  <a:pt x="1502960" y="925756"/>
                </a:lnTo>
                <a:lnTo>
                  <a:pt x="1499776" y="943174"/>
                </a:lnTo>
                <a:lnTo>
                  <a:pt x="1496990" y="959801"/>
                </a:lnTo>
                <a:lnTo>
                  <a:pt x="1493408" y="976428"/>
                </a:lnTo>
                <a:lnTo>
                  <a:pt x="1489428" y="993054"/>
                </a:lnTo>
                <a:lnTo>
                  <a:pt x="1484652" y="1009285"/>
                </a:lnTo>
                <a:lnTo>
                  <a:pt x="1479876" y="1025516"/>
                </a:lnTo>
                <a:lnTo>
                  <a:pt x="1474702" y="1041350"/>
                </a:lnTo>
                <a:lnTo>
                  <a:pt x="1469528" y="1057185"/>
                </a:lnTo>
                <a:lnTo>
                  <a:pt x="1463558" y="1073020"/>
                </a:lnTo>
                <a:lnTo>
                  <a:pt x="1457190" y="1088855"/>
                </a:lnTo>
                <a:lnTo>
                  <a:pt x="1450423" y="1103898"/>
                </a:lnTo>
                <a:lnTo>
                  <a:pt x="1443657" y="1118941"/>
                </a:lnTo>
                <a:lnTo>
                  <a:pt x="1435697" y="1133984"/>
                </a:lnTo>
                <a:lnTo>
                  <a:pt x="1428533" y="1148631"/>
                </a:lnTo>
                <a:lnTo>
                  <a:pt x="1420175" y="1162883"/>
                </a:lnTo>
                <a:lnTo>
                  <a:pt x="1365250" y="1177926"/>
                </a:lnTo>
                <a:lnTo>
                  <a:pt x="1376394" y="1160508"/>
                </a:lnTo>
                <a:lnTo>
                  <a:pt x="1386743" y="1143089"/>
                </a:lnTo>
                <a:lnTo>
                  <a:pt x="1396693" y="1124879"/>
                </a:lnTo>
                <a:lnTo>
                  <a:pt x="1405847" y="1106669"/>
                </a:lnTo>
                <a:lnTo>
                  <a:pt x="1414603" y="1088063"/>
                </a:lnTo>
                <a:lnTo>
                  <a:pt x="1422961" y="1069457"/>
                </a:lnTo>
                <a:lnTo>
                  <a:pt x="1430523" y="1050060"/>
                </a:lnTo>
                <a:lnTo>
                  <a:pt x="1437687" y="1030662"/>
                </a:lnTo>
                <a:lnTo>
                  <a:pt x="1444055" y="1010868"/>
                </a:lnTo>
                <a:lnTo>
                  <a:pt x="1449627" y="990283"/>
                </a:lnTo>
                <a:lnTo>
                  <a:pt x="1454802" y="970094"/>
                </a:lnTo>
                <a:lnTo>
                  <a:pt x="1459180" y="949508"/>
                </a:lnTo>
                <a:lnTo>
                  <a:pt x="1463160" y="928923"/>
                </a:lnTo>
                <a:lnTo>
                  <a:pt x="1466344" y="907942"/>
                </a:lnTo>
                <a:lnTo>
                  <a:pt x="1468334" y="886565"/>
                </a:lnTo>
                <a:lnTo>
                  <a:pt x="1469926" y="865188"/>
                </a:lnTo>
                <a:close/>
                <a:moveTo>
                  <a:pt x="1646635" y="785813"/>
                </a:moveTo>
                <a:lnTo>
                  <a:pt x="1647825" y="804876"/>
                </a:lnTo>
                <a:lnTo>
                  <a:pt x="1647825" y="823940"/>
                </a:lnTo>
                <a:lnTo>
                  <a:pt x="1647825" y="842606"/>
                </a:lnTo>
                <a:lnTo>
                  <a:pt x="1646635" y="861669"/>
                </a:lnTo>
                <a:lnTo>
                  <a:pt x="1645841" y="879938"/>
                </a:lnTo>
                <a:lnTo>
                  <a:pt x="1644650" y="898605"/>
                </a:lnTo>
                <a:lnTo>
                  <a:pt x="1642269" y="916477"/>
                </a:lnTo>
                <a:lnTo>
                  <a:pt x="1640285" y="934746"/>
                </a:lnTo>
                <a:lnTo>
                  <a:pt x="1637506" y="953015"/>
                </a:lnTo>
                <a:lnTo>
                  <a:pt x="1634728" y="970887"/>
                </a:lnTo>
                <a:lnTo>
                  <a:pt x="1631156" y="988759"/>
                </a:lnTo>
                <a:lnTo>
                  <a:pt x="1627188" y="1006630"/>
                </a:lnTo>
                <a:lnTo>
                  <a:pt x="1623616" y="1023708"/>
                </a:lnTo>
                <a:lnTo>
                  <a:pt x="1618853" y="1041183"/>
                </a:lnTo>
                <a:lnTo>
                  <a:pt x="1614091" y="1058260"/>
                </a:lnTo>
                <a:lnTo>
                  <a:pt x="1608931" y="1075735"/>
                </a:lnTo>
                <a:lnTo>
                  <a:pt x="1602978" y="1092416"/>
                </a:lnTo>
                <a:lnTo>
                  <a:pt x="1597025" y="1109096"/>
                </a:lnTo>
                <a:lnTo>
                  <a:pt x="1590675" y="1125777"/>
                </a:lnTo>
                <a:lnTo>
                  <a:pt x="1584325" y="1142060"/>
                </a:lnTo>
                <a:lnTo>
                  <a:pt x="1576785" y="1158343"/>
                </a:lnTo>
                <a:lnTo>
                  <a:pt x="1569641" y="1174229"/>
                </a:lnTo>
                <a:lnTo>
                  <a:pt x="1562100" y="1190116"/>
                </a:lnTo>
                <a:lnTo>
                  <a:pt x="1553766" y="1205605"/>
                </a:lnTo>
                <a:lnTo>
                  <a:pt x="1545828" y="1221094"/>
                </a:lnTo>
                <a:lnTo>
                  <a:pt x="1537097" y="1236980"/>
                </a:lnTo>
                <a:lnTo>
                  <a:pt x="1527969" y="1251675"/>
                </a:lnTo>
                <a:lnTo>
                  <a:pt x="1518841" y="1266767"/>
                </a:lnTo>
                <a:lnTo>
                  <a:pt x="1508919" y="1281461"/>
                </a:lnTo>
                <a:lnTo>
                  <a:pt x="1499394" y="1295759"/>
                </a:lnTo>
                <a:lnTo>
                  <a:pt x="1489075" y="1309659"/>
                </a:lnTo>
                <a:lnTo>
                  <a:pt x="1478756" y="1323560"/>
                </a:lnTo>
                <a:lnTo>
                  <a:pt x="1468041" y="1337460"/>
                </a:lnTo>
                <a:lnTo>
                  <a:pt x="1456928" y="1350963"/>
                </a:lnTo>
                <a:lnTo>
                  <a:pt x="1447800" y="1300525"/>
                </a:lnTo>
                <a:lnTo>
                  <a:pt x="1457325" y="1287816"/>
                </a:lnTo>
                <a:lnTo>
                  <a:pt x="1466453" y="1274710"/>
                </a:lnTo>
                <a:lnTo>
                  <a:pt x="1474788" y="1262398"/>
                </a:lnTo>
                <a:lnTo>
                  <a:pt x="1483519" y="1248895"/>
                </a:lnTo>
                <a:lnTo>
                  <a:pt x="1492250" y="1235789"/>
                </a:lnTo>
                <a:lnTo>
                  <a:pt x="1499791" y="1222682"/>
                </a:lnTo>
                <a:lnTo>
                  <a:pt x="1508125" y="1208782"/>
                </a:lnTo>
                <a:lnTo>
                  <a:pt x="1515666" y="1195279"/>
                </a:lnTo>
                <a:lnTo>
                  <a:pt x="1522810" y="1180981"/>
                </a:lnTo>
                <a:lnTo>
                  <a:pt x="1529556" y="1167081"/>
                </a:lnTo>
                <a:lnTo>
                  <a:pt x="1536700" y="1153180"/>
                </a:lnTo>
                <a:lnTo>
                  <a:pt x="1543050" y="1138883"/>
                </a:lnTo>
                <a:lnTo>
                  <a:pt x="1549003" y="1124188"/>
                </a:lnTo>
                <a:lnTo>
                  <a:pt x="1555353" y="1109493"/>
                </a:lnTo>
                <a:lnTo>
                  <a:pt x="1560910" y="1094799"/>
                </a:lnTo>
                <a:lnTo>
                  <a:pt x="1566069" y="1079707"/>
                </a:lnTo>
                <a:lnTo>
                  <a:pt x="1571228" y="1064218"/>
                </a:lnTo>
                <a:lnTo>
                  <a:pt x="1575991" y="1049126"/>
                </a:lnTo>
                <a:lnTo>
                  <a:pt x="1580356" y="1034034"/>
                </a:lnTo>
                <a:lnTo>
                  <a:pt x="1584722" y="1018545"/>
                </a:lnTo>
                <a:lnTo>
                  <a:pt x="1588294" y="1003056"/>
                </a:lnTo>
                <a:lnTo>
                  <a:pt x="1591866" y="987170"/>
                </a:lnTo>
                <a:lnTo>
                  <a:pt x="1595041" y="971681"/>
                </a:lnTo>
                <a:lnTo>
                  <a:pt x="1597819" y="955398"/>
                </a:lnTo>
                <a:lnTo>
                  <a:pt x="1600597" y="939511"/>
                </a:lnTo>
                <a:lnTo>
                  <a:pt x="1602581" y="923228"/>
                </a:lnTo>
                <a:lnTo>
                  <a:pt x="1604566" y="906945"/>
                </a:lnTo>
                <a:lnTo>
                  <a:pt x="1606153" y="890662"/>
                </a:lnTo>
                <a:lnTo>
                  <a:pt x="1606947" y="874378"/>
                </a:lnTo>
                <a:lnTo>
                  <a:pt x="1607741" y="857301"/>
                </a:lnTo>
                <a:lnTo>
                  <a:pt x="1608931" y="841017"/>
                </a:lnTo>
                <a:lnTo>
                  <a:pt x="1608931" y="823940"/>
                </a:lnTo>
                <a:lnTo>
                  <a:pt x="1608931" y="822351"/>
                </a:lnTo>
                <a:lnTo>
                  <a:pt x="1646635" y="785813"/>
                </a:lnTo>
                <a:close/>
                <a:moveTo>
                  <a:pt x="1191" y="779463"/>
                </a:moveTo>
                <a:lnTo>
                  <a:pt x="39291" y="816372"/>
                </a:lnTo>
                <a:lnTo>
                  <a:pt x="38894" y="824707"/>
                </a:lnTo>
                <a:lnTo>
                  <a:pt x="39291" y="842169"/>
                </a:lnTo>
                <a:lnTo>
                  <a:pt x="39687" y="858838"/>
                </a:lnTo>
                <a:lnTo>
                  <a:pt x="40481" y="876300"/>
                </a:lnTo>
                <a:lnTo>
                  <a:pt x="41672" y="892969"/>
                </a:lnTo>
                <a:lnTo>
                  <a:pt x="43656" y="910035"/>
                </a:lnTo>
                <a:lnTo>
                  <a:pt x="45244" y="926307"/>
                </a:lnTo>
                <a:lnTo>
                  <a:pt x="47625" y="943372"/>
                </a:lnTo>
                <a:lnTo>
                  <a:pt x="50403" y="959644"/>
                </a:lnTo>
                <a:lnTo>
                  <a:pt x="53578" y="975519"/>
                </a:lnTo>
                <a:lnTo>
                  <a:pt x="56753" y="992188"/>
                </a:lnTo>
                <a:lnTo>
                  <a:pt x="60325" y="1008063"/>
                </a:lnTo>
                <a:lnTo>
                  <a:pt x="64691" y="1023938"/>
                </a:lnTo>
                <a:lnTo>
                  <a:pt x="69056" y="1039813"/>
                </a:lnTo>
                <a:lnTo>
                  <a:pt x="73819" y="1055688"/>
                </a:lnTo>
                <a:lnTo>
                  <a:pt x="78581" y="1071166"/>
                </a:lnTo>
                <a:lnTo>
                  <a:pt x="83741" y="1086644"/>
                </a:lnTo>
                <a:lnTo>
                  <a:pt x="89297" y="1101726"/>
                </a:lnTo>
                <a:lnTo>
                  <a:pt x="95250" y="1116807"/>
                </a:lnTo>
                <a:lnTo>
                  <a:pt x="101203" y="1131888"/>
                </a:lnTo>
                <a:lnTo>
                  <a:pt x="108347" y="1146573"/>
                </a:lnTo>
                <a:lnTo>
                  <a:pt x="114697" y="1161257"/>
                </a:lnTo>
                <a:lnTo>
                  <a:pt x="122238" y="1175941"/>
                </a:lnTo>
                <a:lnTo>
                  <a:pt x="129381" y="1190229"/>
                </a:lnTo>
                <a:lnTo>
                  <a:pt x="137319" y="1204517"/>
                </a:lnTo>
                <a:lnTo>
                  <a:pt x="144860" y="1218407"/>
                </a:lnTo>
                <a:lnTo>
                  <a:pt x="153194" y="1232298"/>
                </a:lnTo>
                <a:lnTo>
                  <a:pt x="161925" y="1245792"/>
                </a:lnTo>
                <a:lnTo>
                  <a:pt x="170260" y="1259285"/>
                </a:lnTo>
                <a:lnTo>
                  <a:pt x="179388" y="1272382"/>
                </a:lnTo>
                <a:lnTo>
                  <a:pt x="188913" y="1285479"/>
                </a:lnTo>
                <a:lnTo>
                  <a:pt x="198438" y="1298179"/>
                </a:lnTo>
                <a:lnTo>
                  <a:pt x="207963" y="1311276"/>
                </a:lnTo>
                <a:lnTo>
                  <a:pt x="199628" y="1362076"/>
                </a:lnTo>
                <a:lnTo>
                  <a:pt x="188516" y="1348186"/>
                </a:lnTo>
                <a:lnTo>
                  <a:pt x="177403" y="1334295"/>
                </a:lnTo>
                <a:lnTo>
                  <a:pt x="166291" y="1320404"/>
                </a:lnTo>
                <a:lnTo>
                  <a:pt x="155575" y="1306117"/>
                </a:lnTo>
                <a:lnTo>
                  <a:pt x="145256" y="1291432"/>
                </a:lnTo>
                <a:lnTo>
                  <a:pt x="135335" y="1276748"/>
                </a:lnTo>
                <a:lnTo>
                  <a:pt x="125413" y="1261667"/>
                </a:lnTo>
                <a:lnTo>
                  <a:pt x="115888" y="1245792"/>
                </a:lnTo>
                <a:lnTo>
                  <a:pt x="106760" y="1230710"/>
                </a:lnTo>
                <a:lnTo>
                  <a:pt x="98425" y="1214835"/>
                </a:lnTo>
                <a:lnTo>
                  <a:pt x="90091" y="1198960"/>
                </a:lnTo>
                <a:lnTo>
                  <a:pt x="81756" y="1183085"/>
                </a:lnTo>
                <a:lnTo>
                  <a:pt x="74216" y="1166416"/>
                </a:lnTo>
                <a:lnTo>
                  <a:pt x="66675" y="1150144"/>
                </a:lnTo>
                <a:lnTo>
                  <a:pt x="59928" y="1133079"/>
                </a:lnTo>
                <a:lnTo>
                  <a:pt x="53578" y="1116410"/>
                </a:lnTo>
                <a:lnTo>
                  <a:pt x="46831" y="1098948"/>
                </a:lnTo>
                <a:lnTo>
                  <a:pt x="41275" y="1081882"/>
                </a:lnTo>
                <a:lnTo>
                  <a:pt x="35719" y="1064419"/>
                </a:lnTo>
                <a:lnTo>
                  <a:pt x="30559" y="1046957"/>
                </a:lnTo>
                <a:lnTo>
                  <a:pt x="25797" y="1029097"/>
                </a:lnTo>
                <a:lnTo>
                  <a:pt x="21431" y="1011635"/>
                </a:lnTo>
                <a:lnTo>
                  <a:pt x="17066" y="993379"/>
                </a:lnTo>
                <a:lnTo>
                  <a:pt x="13494" y="975122"/>
                </a:lnTo>
                <a:lnTo>
                  <a:pt x="10716" y="956469"/>
                </a:lnTo>
                <a:lnTo>
                  <a:pt x="7541" y="938610"/>
                </a:lnTo>
                <a:lnTo>
                  <a:pt x="5556" y="919957"/>
                </a:lnTo>
                <a:lnTo>
                  <a:pt x="3175" y="900907"/>
                </a:lnTo>
                <a:lnTo>
                  <a:pt x="1984" y="882254"/>
                </a:lnTo>
                <a:lnTo>
                  <a:pt x="794" y="863204"/>
                </a:lnTo>
                <a:lnTo>
                  <a:pt x="397" y="844154"/>
                </a:lnTo>
                <a:lnTo>
                  <a:pt x="0" y="824707"/>
                </a:lnTo>
                <a:lnTo>
                  <a:pt x="397" y="802085"/>
                </a:lnTo>
                <a:lnTo>
                  <a:pt x="1191" y="779463"/>
                </a:lnTo>
                <a:close/>
                <a:moveTo>
                  <a:pt x="1314889" y="671513"/>
                </a:moveTo>
                <a:lnTo>
                  <a:pt x="1339850" y="701729"/>
                </a:lnTo>
                <a:lnTo>
                  <a:pt x="1101725" y="776288"/>
                </a:lnTo>
                <a:lnTo>
                  <a:pt x="1116385" y="730768"/>
                </a:lnTo>
                <a:lnTo>
                  <a:pt x="1314889" y="671513"/>
                </a:lnTo>
                <a:close/>
                <a:moveTo>
                  <a:pt x="339763" y="668338"/>
                </a:moveTo>
                <a:lnTo>
                  <a:pt x="538932" y="730250"/>
                </a:lnTo>
                <a:lnTo>
                  <a:pt x="554038" y="776288"/>
                </a:lnTo>
                <a:lnTo>
                  <a:pt x="317500" y="698500"/>
                </a:lnTo>
                <a:lnTo>
                  <a:pt x="339763" y="668338"/>
                </a:lnTo>
                <a:close/>
                <a:moveTo>
                  <a:pt x="828080" y="554038"/>
                </a:moveTo>
                <a:lnTo>
                  <a:pt x="847512" y="567940"/>
                </a:lnTo>
                <a:lnTo>
                  <a:pt x="1087438" y="737939"/>
                </a:lnTo>
                <a:lnTo>
                  <a:pt x="1086645" y="741117"/>
                </a:lnTo>
                <a:lnTo>
                  <a:pt x="1086249" y="742308"/>
                </a:lnTo>
                <a:lnTo>
                  <a:pt x="987105" y="1046163"/>
                </a:lnTo>
                <a:lnTo>
                  <a:pt x="980364" y="1046163"/>
                </a:lnTo>
                <a:lnTo>
                  <a:pt x="935551" y="1046163"/>
                </a:lnTo>
                <a:lnTo>
                  <a:pt x="669054" y="1046163"/>
                </a:lnTo>
                <a:lnTo>
                  <a:pt x="570308" y="742308"/>
                </a:lnTo>
                <a:lnTo>
                  <a:pt x="569911" y="741117"/>
                </a:lnTo>
                <a:lnTo>
                  <a:pt x="568325" y="737939"/>
                </a:lnTo>
                <a:lnTo>
                  <a:pt x="808648" y="567940"/>
                </a:lnTo>
                <a:lnTo>
                  <a:pt x="828080" y="554038"/>
                </a:lnTo>
                <a:close/>
                <a:moveTo>
                  <a:pt x="1360910" y="387350"/>
                </a:moveTo>
                <a:lnTo>
                  <a:pt x="1489666" y="409557"/>
                </a:lnTo>
                <a:lnTo>
                  <a:pt x="1540533" y="418281"/>
                </a:lnTo>
                <a:lnTo>
                  <a:pt x="1550865" y="437316"/>
                </a:lnTo>
                <a:lnTo>
                  <a:pt x="1560800" y="456747"/>
                </a:lnTo>
                <a:lnTo>
                  <a:pt x="1570337" y="476178"/>
                </a:lnTo>
                <a:lnTo>
                  <a:pt x="1579477" y="495213"/>
                </a:lnTo>
                <a:lnTo>
                  <a:pt x="1587425" y="515834"/>
                </a:lnTo>
                <a:lnTo>
                  <a:pt x="1595373" y="536058"/>
                </a:lnTo>
                <a:lnTo>
                  <a:pt x="1602924" y="556282"/>
                </a:lnTo>
                <a:lnTo>
                  <a:pt x="1609679" y="577300"/>
                </a:lnTo>
                <a:lnTo>
                  <a:pt x="1616038" y="597920"/>
                </a:lnTo>
                <a:lnTo>
                  <a:pt x="1621601" y="619731"/>
                </a:lnTo>
                <a:lnTo>
                  <a:pt x="1626767" y="640748"/>
                </a:lnTo>
                <a:lnTo>
                  <a:pt x="1631536" y="662955"/>
                </a:lnTo>
                <a:lnTo>
                  <a:pt x="1635908" y="684369"/>
                </a:lnTo>
                <a:lnTo>
                  <a:pt x="1639484" y="706973"/>
                </a:lnTo>
                <a:lnTo>
                  <a:pt x="1641868" y="728783"/>
                </a:lnTo>
                <a:lnTo>
                  <a:pt x="1644650" y="751387"/>
                </a:lnTo>
                <a:lnTo>
                  <a:pt x="1607692" y="786680"/>
                </a:lnTo>
                <a:lnTo>
                  <a:pt x="1513510" y="877888"/>
                </a:lnTo>
                <a:lnTo>
                  <a:pt x="1508343" y="871543"/>
                </a:lnTo>
                <a:lnTo>
                  <a:pt x="1471386" y="825146"/>
                </a:lnTo>
                <a:lnTo>
                  <a:pt x="1363691" y="689921"/>
                </a:lnTo>
                <a:lnTo>
                  <a:pt x="1341437" y="662559"/>
                </a:lnTo>
                <a:lnTo>
                  <a:pt x="1341835" y="656214"/>
                </a:lnTo>
                <a:lnTo>
                  <a:pt x="1355743" y="455557"/>
                </a:lnTo>
                <a:lnTo>
                  <a:pt x="1360115" y="396074"/>
                </a:lnTo>
                <a:lnTo>
                  <a:pt x="1360910" y="387350"/>
                </a:lnTo>
                <a:close/>
                <a:moveTo>
                  <a:pt x="293316" y="387350"/>
                </a:moveTo>
                <a:lnTo>
                  <a:pt x="293316" y="388143"/>
                </a:lnTo>
                <a:lnTo>
                  <a:pt x="297280" y="446040"/>
                </a:lnTo>
                <a:lnTo>
                  <a:pt x="311549" y="656214"/>
                </a:lnTo>
                <a:lnTo>
                  <a:pt x="312738" y="662559"/>
                </a:lnTo>
                <a:lnTo>
                  <a:pt x="290145" y="689921"/>
                </a:lnTo>
                <a:lnTo>
                  <a:pt x="175991" y="833870"/>
                </a:lnTo>
                <a:lnTo>
                  <a:pt x="141111" y="877888"/>
                </a:lnTo>
                <a:lnTo>
                  <a:pt x="138733" y="875509"/>
                </a:lnTo>
                <a:lnTo>
                  <a:pt x="39641" y="779939"/>
                </a:lnTo>
                <a:lnTo>
                  <a:pt x="3175" y="744646"/>
                </a:lnTo>
                <a:lnTo>
                  <a:pt x="5949" y="722835"/>
                </a:lnTo>
                <a:lnTo>
                  <a:pt x="8724" y="701025"/>
                </a:lnTo>
                <a:lnTo>
                  <a:pt x="12291" y="679611"/>
                </a:lnTo>
                <a:lnTo>
                  <a:pt x="16255" y="658197"/>
                </a:lnTo>
                <a:lnTo>
                  <a:pt x="21011" y="636783"/>
                </a:lnTo>
                <a:lnTo>
                  <a:pt x="26164" y="616162"/>
                </a:lnTo>
                <a:lnTo>
                  <a:pt x="31713" y="595541"/>
                </a:lnTo>
                <a:lnTo>
                  <a:pt x="38452" y="574920"/>
                </a:lnTo>
                <a:lnTo>
                  <a:pt x="44793" y="554696"/>
                </a:lnTo>
                <a:lnTo>
                  <a:pt x="51928" y="534472"/>
                </a:lnTo>
                <a:lnTo>
                  <a:pt x="59855" y="514644"/>
                </a:lnTo>
                <a:lnTo>
                  <a:pt x="68179" y="495213"/>
                </a:lnTo>
                <a:lnTo>
                  <a:pt x="77296" y="476178"/>
                </a:lnTo>
                <a:lnTo>
                  <a:pt x="86016" y="457143"/>
                </a:lnTo>
                <a:lnTo>
                  <a:pt x="95528" y="438109"/>
                </a:lnTo>
                <a:lnTo>
                  <a:pt x="105834" y="419867"/>
                </a:lnTo>
                <a:lnTo>
                  <a:pt x="156173" y="410747"/>
                </a:lnTo>
                <a:lnTo>
                  <a:pt x="293316" y="387350"/>
                </a:lnTo>
                <a:close/>
                <a:moveTo>
                  <a:pt x="808037" y="298450"/>
                </a:moveTo>
                <a:lnTo>
                  <a:pt x="827881" y="306401"/>
                </a:lnTo>
                <a:lnTo>
                  <a:pt x="847725" y="298450"/>
                </a:lnTo>
                <a:lnTo>
                  <a:pt x="847725" y="536575"/>
                </a:lnTo>
                <a:lnTo>
                  <a:pt x="827881" y="522661"/>
                </a:lnTo>
                <a:lnTo>
                  <a:pt x="808037" y="536575"/>
                </a:lnTo>
                <a:lnTo>
                  <a:pt x="808037" y="298450"/>
                </a:lnTo>
                <a:close/>
                <a:moveTo>
                  <a:pt x="1106341" y="198438"/>
                </a:moveTo>
                <a:lnTo>
                  <a:pt x="1122567" y="205965"/>
                </a:lnTo>
                <a:lnTo>
                  <a:pt x="1139189" y="214285"/>
                </a:lnTo>
                <a:lnTo>
                  <a:pt x="1155020" y="223001"/>
                </a:lnTo>
                <a:lnTo>
                  <a:pt x="1170455" y="231717"/>
                </a:lnTo>
                <a:lnTo>
                  <a:pt x="1185889" y="241225"/>
                </a:lnTo>
                <a:lnTo>
                  <a:pt x="1200928" y="251129"/>
                </a:lnTo>
                <a:lnTo>
                  <a:pt x="1216363" y="261034"/>
                </a:lnTo>
                <a:lnTo>
                  <a:pt x="1231006" y="271335"/>
                </a:lnTo>
                <a:lnTo>
                  <a:pt x="1244858" y="282031"/>
                </a:lnTo>
                <a:lnTo>
                  <a:pt x="1258710" y="293520"/>
                </a:lnTo>
                <a:lnTo>
                  <a:pt x="1272562" y="305010"/>
                </a:lnTo>
                <a:lnTo>
                  <a:pt x="1286018" y="316895"/>
                </a:lnTo>
                <a:lnTo>
                  <a:pt x="1299078" y="328780"/>
                </a:lnTo>
                <a:lnTo>
                  <a:pt x="1312138" y="341854"/>
                </a:lnTo>
                <a:lnTo>
                  <a:pt x="1324407" y="354928"/>
                </a:lnTo>
                <a:lnTo>
                  <a:pt x="1336675" y="367606"/>
                </a:lnTo>
                <a:lnTo>
                  <a:pt x="1332322" y="423863"/>
                </a:lnTo>
                <a:lnTo>
                  <a:pt x="1318470" y="406827"/>
                </a:lnTo>
                <a:lnTo>
                  <a:pt x="1304618" y="390584"/>
                </a:lnTo>
                <a:lnTo>
                  <a:pt x="1289975" y="374737"/>
                </a:lnTo>
                <a:lnTo>
                  <a:pt x="1274145" y="359286"/>
                </a:lnTo>
                <a:lnTo>
                  <a:pt x="1258314" y="344231"/>
                </a:lnTo>
                <a:lnTo>
                  <a:pt x="1242088" y="329969"/>
                </a:lnTo>
                <a:lnTo>
                  <a:pt x="1225070" y="316103"/>
                </a:lnTo>
                <a:lnTo>
                  <a:pt x="1208052" y="302633"/>
                </a:lnTo>
                <a:lnTo>
                  <a:pt x="1189847" y="290351"/>
                </a:lnTo>
                <a:lnTo>
                  <a:pt x="1171642" y="278070"/>
                </a:lnTo>
                <a:lnTo>
                  <a:pt x="1153437" y="266580"/>
                </a:lnTo>
                <a:lnTo>
                  <a:pt x="1134440" y="255884"/>
                </a:lnTo>
                <a:lnTo>
                  <a:pt x="1114652" y="245187"/>
                </a:lnTo>
                <a:lnTo>
                  <a:pt x="1094864" y="235679"/>
                </a:lnTo>
                <a:lnTo>
                  <a:pt x="1074680" y="227359"/>
                </a:lnTo>
                <a:lnTo>
                  <a:pt x="1054100" y="218643"/>
                </a:lnTo>
                <a:lnTo>
                  <a:pt x="1106341" y="198438"/>
                </a:lnTo>
                <a:close/>
                <a:moveTo>
                  <a:pt x="545878" y="196850"/>
                </a:moveTo>
                <a:lnTo>
                  <a:pt x="598488" y="217164"/>
                </a:lnTo>
                <a:lnTo>
                  <a:pt x="577763" y="225130"/>
                </a:lnTo>
                <a:lnTo>
                  <a:pt x="557835" y="233495"/>
                </a:lnTo>
                <a:lnTo>
                  <a:pt x="538305" y="243055"/>
                </a:lnTo>
                <a:lnTo>
                  <a:pt x="518775" y="253013"/>
                </a:lnTo>
                <a:lnTo>
                  <a:pt x="500441" y="263369"/>
                </a:lnTo>
                <a:lnTo>
                  <a:pt x="481709" y="274522"/>
                </a:lnTo>
                <a:lnTo>
                  <a:pt x="463375" y="286471"/>
                </a:lnTo>
                <a:lnTo>
                  <a:pt x="446236" y="298421"/>
                </a:lnTo>
                <a:lnTo>
                  <a:pt x="428700" y="311566"/>
                </a:lnTo>
                <a:lnTo>
                  <a:pt x="411960" y="325108"/>
                </a:lnTo>
                <a:lnTo>
                  <a:pt x="395220" y="338651"/>
                </a:lnTo>
                <a:lnTo>
                  <a:pt x="379676" y="352991"/>
                </a:lnTo>
                <a:lnTo>
                  <a:pt x="364132" y="368127"/>
                </a:lnTo>
                <a:lnTo>
                  <a:pt x="349385" y="383263"/>
                </a:lnTo>
                <a:lnTo>
                  <a:pt x="335037" y="399594"/>
                </a:lnTo>
                <a:lnTo>
                  <a:pt x="321087" y="415925"/>
                </a:lnTo>
                <a:lnTo>
                  <a:pt x="317500" y="360957"/>
                </a:lnTo>
                <a:lnTo>
                  <a:pt x="329457" y="347812"/>
                </a:lnTo>
                <a:lnTo>
                  <a:pt x="341414" y="335465"/>
                </a:lnTo>
                <a:lnTo>
                  <a:pt x="354567" y="323117"/>
                </a:lnTo>
                <a:lnTo>
                  <a:pt x="367719" y="311566"/>
                </a:lnTo>
                <a:lnTo>
                  <a:pt x="380872" y="299616"/>
                </a:lnTo>
                <a:lnTo>
                  <a:pt x="394423" y="288463"/>
                </a:lnTo>
                <a:lnTo>
                  <a:pt x="408373" y="277708"/>
                </a:lnTo>
                <a:lnTo>
                  <a:pt x="422721" y="267352"/>
                </a:lnTo>
                <a:lnTo>
                  <a:pt x="437069" y="256996"/>
                </a:lnTo>
                <a:lnTo>
                  <a:pt x="451816" y="247436"/>
                </a:lnTo>
                <a:lnTo>
                  <a:pt x="466962" y="237877"/>
                </a:lnTo>
                <a:lnTo>
                  <a:pt x="482107" y="228715"/>
                </a:lnTo>
                <a:lnTo>
                  <a:pt x="497651" y="219952"/>
                </a:lnTo>
                <a:lnTo>
                  <a:pt x="513195" y="211986"/>
                </a:lnTo>
                <a:lnTo>
                  <a:pt x="529536" y="204020"/>
                </a:lnTo>
                <a:lnTo>
                  <a:pt x="545878" y="196850"/>
                </a:lnTo>
                <a:close/>
                <a:moveTo>
                  <a:pt x="1028700" y="25400"/>
                </a:moveTo>
                <a:lnTo>
                  <a:pt x="1048147" y="30571"/>
                </a:lnTo>
                <a:lnTo>
                  <a:pt x="1067197" y="36139"/>
                </a:lnTo>
                <a:lnTo>
                  <a:pt x="1086247" y="42503"/>
                </a:lnTo>
                <a:lnTo>
                  <a:pt x="1104900" y="49265"/>
                </a:lnTo>
                <a:lnTo>
                  <a:pt x="1123553" y="56026"/>
                </a:lnTo>
                <a:lnTo>
                  <a:pt x="1142207" y="63186"/>
                </a:lnTo>
                <a:lnTo>
                  <a:pt x="1160066" y="71538"/>
                </a:lnTo>
                <a:lnTo>
                  <a:pt x="1177925" y="79891"/>
                </a:lnTo>
                <a:lnTo>
                  <a:pt x="1195388" y="88641"/>
                </a:lnTo>
                <a:lnTo>
                  <a:pt x="1212850" y="97392"/>
                </a:lnTo>
                <a:lnTo>
                  <a:pt x="1230313" y="106937"/>
                </a:lnTo>
                <a:lnTo>
                  <a:pt x="1246982" y="116881"/>
                </a:lnTo>
                <a:lnTo>
                  <a:pt x="1263650" y="127620"/>
                </a:lnTo>
                <a:lnTo>
                  <a:pt x="1280319" y="138359"/>
                </a:lnTo>
                <a:lnTo>
                  <a:pt x="1296194" y="149098"/>
                </a:lnTo>
                <a:lnTo>
                  <a:pt x="1312069" y="160633"/>
                </a:lnTo>
                <a:lnTo>
                  <a:pt x="1327547" y="172565"/>
                </a:lnTo>
                <a:lnTo>
                  <a:pt x="1342629" y="184497"/>
                </a:lnTo>
                <a:lnTo>
                  <a:pt x="1358107" y="197225"/>
                </a:lnTo>
                <a:lnTo>
                  <a:pt x="1372791" y="209953"/>
                </a:lnTo>
                <a:lnTo>
                  <a:pt x="1386682" y="223079"/>
                </a:lnTo>
                <a:lnTo>
                  <a:pt x="1400572" y="237000"/>
                </a:lnTo>
                <a:lnTo>
                  <a:pt x="1414463" y="250921"/>
                </a:lnTo>
                <a:lnTo>
                  <a:pt x="1427957" y="264444"/>
                </a:lnTo>
                <a:lnTo>
                  <a:pt x="1440657" y="279161"/>
                </a:lnTo>
                <a:lnTo>
                  <a:pt x="1453754" y="293877"/>
                </a:lnTo>
                <a:lnTo>
                  <a:pt x="1466454" y="309389"/>
                </a:lnTo>
                <a:lnTo>
                  <a:pt x="1477963" y="324901"/>
                </a:lnTo>
                <a:lnTo>
                  <a:pt x="1489473" y="340413"/>
                </a:lnTo>
                <a:lnTo>
                  <a:pt x="1501379" y="356323"/>
                </a:lnTo>
                <a:lnTo>
                  <a:pt x="1512094" y="372233"/>
                </a:lnTo>
                <a:lnTo>
                  <a:pt x="1522413" y="388938"/>
                </a:lnTo>
                <a:lnTo>
                  <a:pt x="1470026" y="380187"/>
                </a:lnTo>
                <a:lnTo>
                  <a:pt x="1460501" y="366664"/>
                </a:lnTo>
                <a:lnTo>
                  <a:pt x="1451373" y="353539"/>
                </a:lnTo>
                <a:lnTo>
                  <a:pt x="1441451" y="340413"/>
                </a:lnTo>
                <a:lnTo>
                  <a:pt x="1430735" y="327685"/>
                </a:lnTo>
                <a:lnTo>
                  <a:pt x="1420416" y="315355"/>
                </a:lnTo>
                <a:lnTo>
                  <a:pt x="1409701" y="302627"/>
                </a:lnTo>
                <a:lnTo>
                  <a:pt x="1398985" y="290695"/>
                </a:lnTo>
                <a:lnTo>
                  <a:pt x="1387872" y="278763"/>
                </a:lnTo>
                <a:lnTo>
                  <a:pt x="1375966" y="267228"/>
                </a:lnTo>
                <a:lnTo>
                  <a:pt x="1364457" y="255694"/>
                </a:lnTo>
                <a:lnTo>
                  <a:pt x="1352154" y="244557"/>
                </a:lnTo>
                <a:lnTo>
                  <a:pt x="1340247" y="233420"/>
                </a:lnTo>
                <a:lnTo>
                  <a:pt x="1327944" y="223079"/>
                </a:lnTo>
                <a:lnTo>
                  <a:pt x="1315244" y="212737"/>
                </a:lnTo>
                <a:lnTo>
                  <a:pt x="1302544" y="202396"/>
                </a:lnTo>
                <a:lnTo>
                  <a:pt x="1289844" y="192452"/>
                </a:lnTo>
                <a:lnTo>
                  <a:pt x="1276350" y="182906"/>
                </a:lnTo>
                <a:lnTo>
                  <a:pt x="1262857" y="173758"/>
                </a:lnTo>
                <a:lnTo>
                  <a:pt x="1248966" y="164610"/>
                </a:lnTo>
                <a:lnTo>
                  <a:pt x="1235472" y="155462"/>
                </a:lnTo>
                <a:lnTo>
                  <a:pt x="1221582" y="147507"/>
                </a:lnTo>
                <a:lnTo>
                  <a:pt x="1207294" y="139155"/>
                </a:lnTo>
                <a:lnTo>
                  <a:pt x="1192610" y="130802"/>
                </a:lnTo>
                <a:lnTo>
                  <a:pt x="1178322" y="123643"/>
                </a:lnTo>
                <a:lnTo>
                  <a:pt x="1163241" y="116085"/>
                </a:lnTo>
                <a:lnTo>
                  <a:pt x="1148557" y="108926"/>
                </a:lnTo>
                <a:lnTo>
                  <a:pt x="1133475" y="102164"/>
                </a:lnTo>
                <a:lnTo>
                  <a:pt x="1117997" y="95801"/>
                </a:lnTo>
                <a:lnTo>
                  <a:pt x="1102916" y="89834"/>
                </a:lnTo>
                <a:lnTo>
                  <a:pt x="1087041" y="84266"/>
                </a:lnTo>
                <a:lnTo>
                  <a:pt x="1071166" y="78698"/>
                </a:lnTo>
                <a:lnTo>
                  <a:pt x="1055291" y="73527"/>
                </a:lnTo>
                <a:lnTo>
                  <a:pt x="1028700" y="25400"/>
                </a:lnTo>
                <a:close/>
                <a:moveTo>
                  <a:pt x="619125" y="25400"/>
                </a:moveTo>
                <a:lnTo>
                  <a:pt x="594935" y="72333"/>
                </a:lnTo>
                <a:lnTo>
                  <a:pt x="579073" y="77504"/>
                </a:lnTo>
                <a:lnTo>
                  <a:pt x="563211" y="82674"/>
                </a:lnTo>
                <a:lnTo>
                  <a:pt x="546952" y="89038"/>
                </a:lnTo>
                <a:lnTo>
                  <a:pt x="531486" y="95004"/>
                </a:lnTo>
                <a:lnTo>
                  <a:pt x="516020" y="101368"/>
                </a:lnTo>
                <a:lnTo>
                  <a:pt x="500951" y="108130"/>
                </a:lnTo>
                <a:lnTo>
                  <a:pt x="485882" y="115289"/>
                </a:lnTo>
                <a:lnTo>
                  <a:pt x="470813" y="122846"/>
                </a:lnTo>
                <a:lnTo>
                  <a:pt x="456140" y="130005"/>
                </a:lnTo>
                <a:lnTo>
                  <a:pt x="441467" y="138358"/>
                </a:lnTo>
                <a:lnTo>
                  <a:pt x="427191" y="146313"/>
                </a:lnTo>
                <a:lnTo>
                  <a:pt x="412915" y="155063"/>
                </a:lnTo>
                <a:lnTo>
                  <a:pt x="399036" y="163813"/>
                </a:lnTo>
                <a:lnTo>
                  <a:pt x="385156" y="172961"/>
                </a:lnTo>
                <a:lnTo>
                  <a:pt x="371277" y="182507"/>
                </a:lnTo>
                <a:lnTo>
                  <a:pt x="358190" y="192053"/>
                </a:lnTo>
                <a:lnTo>
                  <a:pt x="345104" y="201996"/>
                </a:lnTo>
                <a:lnTo>
                  <a:pt x="332018" y="212338"/>
                </a:lnTo>
                <a:lnTo>
                  <a:pt x="319328" y="222679"/>
                </a:lnTo>
                <a:lnTo>
                  <a:pt x="307035" y="233418"/>
                </a:lnTo>
                <a:lnTo>
                  <a:pt x="294741" y="244554"/>
                </a:lnTo>
                <a:lnTo>
                  <a:pt x="282448" y="256089"/>
                </a:lnTo>
                <a:lnTo>
                  <a:pt x="270948" y="267226"/>
                </a:lnTo>
                <a:lnTo>
                  <a:pt x="259448" y="278760"/>
                </a:lnTo>
                <a:lnTo>
                  <a:pt x="247948" y="291090"/>
                </a:lnTo>
                <a:lnTo>
                  <a:pt x="236844" y="303022"/>
                </a:lnTo>
                <a:lnTo>
                  <a:pt x="226137" y="315750"/>
                </a:lnTo>
                <a:lnTo>
                  <a:pt x="215826" y="328477"/>
                </a:lnTo>
                <a:lnTo>
                  <a:pt x="205516" y="341205"/>
                </a:lnTo>
                <a:lnTo>
                  <a:pt x="195602" y="354728"/>
                </a:lnTo>
                <a:lnTo>
                  <a:pt x="185688" y="367854"/>
                </a:lnTo>
                <a:lnTo>
                  <a:pt x="176170" y="381377"/>
                </a:lnTo>
                <a:lnTo>
                  <a:pt x="123825" y="390525"/>
                </a:lnTo>
                <a:lnTo>
                  <a:pt x="134135" y="373820"/>
                </a:lnTo>
                <a:lnTo>
                  <a:pt x="145239" y="357512"/>
                </a:lnTo>
                <a:lnTo>
                  <a:pt x="156739" y="341205"/>
                </a:lnTo>
                <a:lnTo>
                  <a:pt x="168239" y="325693"/>
                </a:lnTo>
                <a:lnTo>
                  <a:pt x="180136" y="310181"/>
                </a:lnTo>
                <a:lnTo>
                  <a:pt x="192826" y="295067"/>
                </a:lnTo>
                <a:lnTo>
                  <a:pt x="205516" y="280351"/>
                </a:lnTo>
                <a:lnTo>
                  <a:pt x="218602" y="265635"/>
                </a:lnTo>
                <a:lnTo>
                  <a:pt x="232085" y="251316"/>
                </a:lnTo>
                <a:lnTo>
                  <a:pt x="245965" y="237395"/>
                </a:lnTo>
                <a:lnTo>
                  <a:pt x="259844" y="223872"/>
                </a:lnTo>
                <a:lnTo>
                  <a:pt x="274517" y="210349"/>
                </a:lnTo>
                <a:lnTo>
                  <a:pt x="289190" y="197621"/>
                </a:lnTo>
                <a:lnTo>
                  <a:pt x="303862" y="184893"/>
                </a:lnTo>
                <a:lnTo>
                  <a:pt x="319328" y="172961"/>
                </a:lnTo>
                <a:lnTo>
                  <a:pt x="334794" y="160631"/>
                </a:lnTo>
                <a:lnTo>
                  <a:pt x="350656" y="149495"/>
                </a:lnTo>
                <a:lnTo>
                  <a:pt x="366518" y="138358"/>
                </a:lnTo>
                <a:lnTo>
                  <a:pt x="383174" y="127619"/>
                </a:lnTo>
                <a:lnTo>
                  <a:pt x="399829" y="116880"/>
                </a:lnTo>
                <a:lnTo>
                  <a:pt x="416881" y="106936"/>
                </a:lnTo>
                <a:lnTo>
                  <a:pt x="433933" y="97391"/>
                </a:lnTo>
                <a:lnTo>
                  <a:pt x="451778" y="88640"/>
                </a:lnTo>
                <a:lnTo>
                  <a:pt x="469227" y="79890"/>
                </a:lnTo>
                <a:lnTo>
                  <a:pt x="487072" y="71140"/>
                </a:lnTo>
                <a:lnTo>
                  <a:pt x="505710" y="63185"/>
                </a:lnTo>
                <a:lnTo>
                  <a:pt x="523951" y="56026"/>
                </a:lnTo>
                <a:lnTo>
                  <a:pt x="542193" y="48867"/>
                </a:lnTo>
                <a:lnTo>
                  <a:pt x="561228" y="42105"/>
                </a:lnTo>
                <a:lnTo>
                  <a:pt x="580263" y="36139"/>
                </a:lnTo>
                <a:lnTo>
                  <a:pt x="599694" y="30570"/>
                </a:lnTo>
                <a:lnTo>
                  <a:pt x="619125" y="25400"/>
                </a:lnTo>
                <a:close/>
                <a:moveTo>
                  <a:pt x="824315" y="0"/>
                </a:moveTo>
                <a:lnTo>
                  <a:pt x="846110" y="792"/>
                </a:lnTo>
                <a:lnTo>
                  <a:pt x="868300" y="1585"/>
                </a:lnTo>
                <a:lnTo>
                  <a:pt x="889699" y="2774"/>
                </a:lnTo>
                <a:lnTo>
                  <a:pt x="911097" y="4756"/>
                </a:lnTo>
                <a:lnTo>
                  <a:pt x="932495" y="7530"/>
                </a:lnTo>
                <a:lnTo>
                  <a:pt x="953497" y="10700"/>
                </a:lnTo>
                <a:lnTo>
                  <a:pt x="974499" y="13871"/>
                </a:lnTo>
                <a:lnTo>
                  <a:pt x="995500" y="18230"/>
                </a:lnTo>
                <a:lnTo>
                  <a:pt x="1020861" y="63806"/>
                </a:lnTo>
                <a:lnTo>
                  <a:pt x="1084263" y="178339"/>
                </a:lnTo>
                <a:lnTo>
                  <a:pt x="1071187" y="183491"/>
                </a:lnTo>
                <a:lnTo>
                  <a:pt x="1015710" y="204892"/>
                </a:lnTo>
                <a:lnTo>
                  <a:pt x="847298" y="270679"/>
                </a:lnTo>
                <a:lnTo>
                  <a:pt x="827882" y="277813"/>
                </a:lnTo>
                <a:lnTo>
                  <a:pt x="808465" y="270679"/>
                </a:lnTo>
                <a:lnTo>
                  <a:pt x="636883" y="203703"/>
                </a:lnTo>
                <a:lnTo>
                  <a:pt x="581010" y="181906"/>
                </a:lnTo>
                <a:lnTo>
                  <a:pt x="571500" y="178339"/>
                </a:lnTo>
                <a:lnTo>
                  <a:pt x="630147" y="63409"/>
                </a:lnTo>
                <a:lnTo>
                  <a:pt x="653130" y="18230"/>
                </a:lnTo>
                <a:lnTo>
                  <a:pt x="673736" y="13871"/>
                </a:lnTo>
                <a:lnTo>
                  <a:pt x="694738" y="10700"/>
                </a:lnTo>
                <a:lnTo>
                  <a:pt x="716136" y="7530"/>
                </a:lnTo>
                <a:lnTo>
                  <a:pt x="737534" y="4756"/>
                </a:lnTo>
                <a:lnTo>
                  <a:pt x="758932" y="2774"/>
                </a:lnTo>
                <a:lnTo>
                  <a:pt x="780726" y="1585"/>
                </a:lnTo>
                <a:lnTo>
                  <a:pt x="802125" y="792"/>
                </a:lnTo>
                <a:lnTo>
                  <a:pt x="8243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defTabSz="914400"/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3996692" y="1219090"/>
            <a:ext cx="6636085" cy="8761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角色设定：岳麓山旅游助手，熟悉各景点历史文化</a:t>
            </a:r>
            <a:endParaRPr sz="18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1" name="KSO_Shape"/>
          <p:cNvSpPr/>
          <p:nvPr>
            <p:custDataLst>
              <p:tags r:id="rId11"/>
            </p:custDataLst>
          </p:nvPr>
        </p:nvSpPr>
        <p:spPr bwMode="auto">
          <a:xfrm>
            <a:off x="3369296" y="2538231"/>
            <a:ext cx="504017" cy="504016"/>
          </a:xfrm>
          <a:custGeom>
            <a:avLst/>
            <a:gdLst>
              <a:gd name="T0" fmla="*/ 956359 w 1647825"/>
              <a:gd name="T1" fmla="*/ 1636826 h 1647826"/>
              <a:gd name="T2" fmla="*/ 747857 w 1647825"/>
              <a:gd name="T3" fmla="*/ 1644290 h 1647826"/>
              <a:gd name="T4" fmla="*/ 552064 w 1647825"/>
              <a:gd name="T5" fmla="*/ 1602253 h 1647826"/>
              <a:gd name="T6" fmla="*/ 715689 w 1647825"/>
              <a:gd name="T7" fmla="*/ 1601861 h 1647826"/>
              <a:gd name="T8" fmla="*/ 887256 w 1647825"/>
              <a:gd name="T9" fmla="*/ 1606575 h 1647826"/>
              <a:gd name="T10" fmla="*/ 1054454 w 1647825"/>
              <a:gd name="T11" fmla="*/ 1574360 h 1647826"/>
              <a:gd name="T12" fmla="*/ 824299 w 1647825"/>
              <a:gd name="T13" fmla="*/ 1511300 h 1647826"/>
              <a:gd name="T14" fmla="*/ 704546 w 1647825"/>
              <a:gd name="T15" fmla="*/ 1461552 h 1647826"/>
              <a:gd name="T16" fmla="*/ 930127 w 1647825"/>
              <a:gd name="T17" fmla="*/ 1463902 h 1647826"/>
              <a:gd name="T18" fmla="*/ 1356122 w 1647825"/>
              <a:gd name="T19" fmla="*/ 1452828 h 1647826"/>
              <a:gd name="T20" fmla="*/ 1149747 w 1647825"/>
              <a:gd name="T21" fmla="*/ 1581151 h 1647826"/>
              <a:gd name="T22" fmla="*/ 515270 w 1647825"/>
              <a:gd name="T23" fmla="*/ 1266356 h 1647826"/>
              <a:gd name="T24" fmla="*/ 425814 w 1647825"/>
              <a:gd name="T25" fmla="*/ 1545074 h 1647826"/>
              <a:gd name="T26" fmla="*/ 236961 w 1647825"/>
              <a:gd name="T27" fmla="*/ 1401552 h 1647826"/>
              <a:gd name="T28" fmla="*/ 652180 w 1647825"/>
              <a:gd name="T29" fmla="*/ 1071563 h 1647826"/>
              <a:gd name="T30" fmla="*/ 198520 w 1647825"/>
              <a:gd name="T31" fmla="*/ 994251 h 1647826"/>
              <a:gd name="T32" fmla="*/ 228545 w 1647825"/>
              <a:gd name="T33" fmla="*/ 1165580 h 1647826"/>
              <a:gd name="T34" fmla="*/ 158888 w 1647825"/>
              <a:gd name="T35" fmla="*/ 998634 h 1647826"/>
              <a:gd name="T36" fmla="*/ 1499776 w 1647825"/>
              <a:gd name="T37" fmla="*/ 943174 h 1647826"/>
              <a:gd name="T38" fmla="*/ 1443657 w 1647825"/>
              <a:gd name="T39" fmla="*/ 1118941 h 1647826"/>
              <a:gd name="T40" fmla="*/ 1430523 w 1647825"/>
              <a:gd name="T41" fmla="*/ 1050060 h 1647826"/>
              <a:gd name="T42" fmla="*/ 1647825 w 1647825"/>
              <a:gd name="T43" fmla="*/ 804876 h 1647826"/>
              <a:gd name="T44" fmla="*/ 1627188 w 1647825"/>
              <a:gd name="T45" fmla="*/ 1006630 h 1647826"/>
              <a:gd name="T46" fmla="*/ 1562100 w 1647825"/>
              <a:gd name="T47" fmla="*/ 1190116 h 1647826"/>
              <a:gd name="T48" fmla="*/ 1456928 w 1647825"/>
              <a:gd name="T49" fmla="*/ 1350963 h 1647826"/>
              <a:gd name="T50" fmla="*/ 1529556 w 1647825"/>
              <a:gd name="T51" fmla="*/ 1167081 h 1647826"/>
              <a:gd name="T52" fmla="*/ 1588294 w 1647825"/>
              <a:gd name="T53" fmla="*/ 1003056 h 1647826"/>
              <a:gd name="T54" fmla="*/ 1608931 w 1647825"/>
              <a:gd name="T55" fmla="*/ 823940 h 1647826"/>
              <a:gd name="T56" fmla="*/ 45244 w 1647825"/>
              <a:gd name="T57" fmla="*/ 926307 h 1647826"/>
              <a:gd name="T58" fmla="*/ 89297 w 1647825"/>
              <a:gd name="T59" fmla="*/ 1101726 h 1647826"/>
              <a:gd name="T60" fmla="*/ 170260 w 1647825"/>
              <a:gd name="T61" fmla="*/ 1259285 h 1647826"/>
              <a:gd name="T62" fmla="*/ 135335 w 1647825"/>
              <a:gd name="T63" fmla="*/ 1276748 h 1647826"/>
              <a:gd name="T64" fmla="*/ 46831 w 1647825"/>
              <a:gd name="T65" fmla="*/ 1098948 h 1647826"/>
              <a:gd name="T66" fmla="*/ 3175 w 1647825"/>
              <a:gd name="T67" fmla="*/ 900907 h 1647826"/>
              <a:gd name="T68" fmla="*/ 1314889 w 1647825"/>
              <a:gd name="T69" fmla="*/ 671513 h 1647826"/>
              <a:gd name="T70" fmla="*/ 987105 w 1647825"/>
              <a:gd name="T71" fmla="*/ 1046163 h 1647826"/>
              <a:gd name="T72" fmla="*/ 1540533 w 1647825"/>
              <a:gd name="T73" fmla="*/ 418281 h 1647826"/>
              <a:gd name="T74" fmla="*/ 1626767 w 1647825"/>
              <a:gd name="T75" fmla="*/ 640748 h 1647826"/>
              <a:gd name="T76" fmla="*/ 1341437 w 1647825"/>
              <a:gd name="T77" fmla="*/ 662559 h 1647826"/>
              <a:gd name="T78" fmla="*/ 175991 w 1647825"/>
              <a:gd name="T79" fmla="*/ 833870 h 1647826"/>
              <a:gd name="T80" fmla="*/ 31713 w 1647825"/>
              <a:gd name="T81" fmla="*/ 595541 h 1647826"/>
              <a:gd name="T82" fmla="*/ 293316 w 1647825"/>
              <a:gd name="T83" fmla="*/ 387350 h 1647826"/>
              <a:gd name="T84" fmla="*/ 1155020 w 1647825"/>
              <a:gd name="T85" fmla="*/ 223001 h 1647826"/>
              <a:gd name="T86" fmla="*/ 1312138 w 1647825"/>
              <a:gd name="T87" fmla="*/ 341854 h 1647826"/>
              <a:gd name="T88" fmla="*/ 1208052 w 1647825"/>
              <a:gd name="T89" fmla="*/ 302633 h 1647826"/>
              <a:gd name="T90" fmla="*/ 598488 w 1647825"/>
              <a:gd name="T91" fmla="*/ 217164 h 1647826"/>
              <a:gd name="T92" fmla="*/ 395220 w 1647825"/>
              <a:gd name="T93" fmla="*/ 338651 h 1647826"/>
              <a:gd name="T94" fmla="*/ 380872 w 1647825"/>
              <a:gd name="T95" fmla="*/ 299616 h 1647826"/>
              <a:gd name="T96" fmla="*/ 545878 w 1647825"/>
              <a:gd name="T97" fmla="*/ 196850 h 1647826"/>
              <a:gd name="T98" fmla="*/ 1212850 w 1647825"/>
              <a:gd name="T99" fmla="*/ 97392 h 1647826"/>
              <a:gd name="T100" fmla="*/ 1386682 w 1647825"/>
              <a:gd name="T101" fmla="*/ 223079 h 1647826"/>
              <a:gd name="T102" fmla="*/ 1522413 w 1647825"/>
              <a:gd name="T103" fmla="*/ 388938 h 1647826"/>
              <a:gd name="T104" fmla="*/ 1364457 w 1647825"/>
              <a:gd name="T105" fmla="*/ 255694 h 1647826"/>
              <a:gd name="T106" fmla="*/ 1221582 w 1647825"/>
              <a:gd name="T107" fmla="*/ 147507 h 1647826"/>
              <a:gd name="T108" fmla="*/ 1055291 w 1647825"/>
              <a:gd name="T109" fmla="*/ 73527 h 1647826"/>
              <a:gd name="T110" fmla="*/ 470813 w 1647825"/>
              <a:gd name="T111" fmla="*/ 122846 h 1647826"/>
              <a:gd name="T112" fmla="*/ 319328 w 1647825"/>
              <a:gd name="T113" fmla="*/ 222679 h 1647826"/>
              <a:gd name="T114" fmla="*/ 195602 w 1647825"/>
              <a:gd name="T115" fmla="*/ 354728 h 1647826"/>
              <a:gd name="T116" fmla="*/ 218602 w 1647825"/>
              <a:gd name="T117" fmla="*/ 265635 h 1647826"/>
              <a:gd name="T118" fmla="*/ 383174 w 1647825"/>
              <a:gd name="T119" fmla="*/ 127619 h 1647826"/>
              <a:gd name="T120" fmla="*/ 580263 w 1647825"/>
              <a:gd name="T121" fmla="*/ 36139 h 1647826"/>
              <a:gd name="T122" fmla="*/ 995500 w 1647825"/>
              <a:gd name="T123" fmla="*/ 18230 h 1647826"/>
              <a:gd name="T124" fmla="*/ 630147 w 1647825"/>
              <a:gd name="T125" fmla="*/ 63409 h 1647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47825" h="1647826">
                <a:moveTo>
                  <a:pt x="1069148" y="1570038"/>
                </a:moveTo>
                <a:lnTo>
                  <a:pt x="1117600" y="1593610"/>
                </a:lnTo>
                <a:lnTo>
                  <a:pt x="1100126" y="1600289"/>
                </a:lnTo>
                <a:lnTo>
                  <a:pt x="1082651" y="1606182"/>
                </a:lnTo>
                <a:lnTo>
                  <a:pt x="1065177" y="1611682"/>
                </a:lnTo>
                <a:lnTo>
                  <a:pt x="1047305" y="1616790"/>
                </a:lnTo>
                <a:lnTo>
                  <a:pt x="1029831" y="1621504"/>
                </a:lnTo>
                <a:lnTo>
                  <a:pt x="1011562" y="1626218"/>
                </a:lnTo>
                <a:lnTo>
                  <a:pt x="993293" y="1630147"/>
                </a:lnTo>
                <a:lnTo>
                  <a:pt x="974628" y="1634076"/>
                </a:lnTo>
                <a:lnTo>
                  <a:pt x="956359" y="1636826"/>
                </a:lnTo>
                <a:lnTo>
                  <a:pt x="937693" y="1639969"/>
                </a:lnTo>
                <a:lnTo>
                  <a:pt x="919027" y="1641933"/>
                </a:lnTo>
                <a:lnTo>
                  <a:pt x="899964" y="1644290"/>
                </a:lnTo>
                <a:lnTo>
                  <a:pt x="880901" y="1645469"/>
                </a:lnTo>
                <a:lnTo>
                  <a:pt x="862235" y="1646648"/>
                </a:lnTo>
                <a:lnTo>
                  <a:pt x="842775" y="1647826"/>
                </a:lnTo>
                <a:lnTo>
                  <a:pt x="823315" y="1647826"/>
                </a:lnTo>
                <a:lnTo>
                  <a:pt x="804252" y="1647826"/>
                </a:lnTo>
                <a:lnTo>
                  <a:pt x="785586" y="1646648"/>
                </a:lnTo>
                <a:lnTo>
                  <a:pt x="766523" y="1645862"/>
                </a:lnTo>
                <a:lnTo>
                  <a:pt x="747857" y="1644290"/>
                </a:lnTo>
                <a:lnTo>
                  <a:pt x="729986" y="1642326"/>
                </a:lnTo>
                <a:lnTo>
                  <a:pt x="711320" y="1640362"/>
                </a:lnTo>
                <a:lnTo>
                  <a:pt x="693051" y="1637219"/>
                </a:lnTo>
                <a:lnTo>
                  <a:pt x="674782" y="1634469"/>
                </a:lnTo>
                <a:lnTo>
                  <a:pt x="656911" y="1630933"/>
                </a:lnTo>
                <a:lnTo>
                  <a:pt x="639039" y="1627004"/>
                </a:lnTo>
                <a:lnTo>
                  <a:pt x="621168" y="1622683"/>
                </a:lnTo>
                <a:lnTo>
                  <a:pt x="603693" y="1617968"/>
                </a:lnTo>
                <a:lnTo>
                  <a:pt x="586219" y="1613254"/>
                </a:lnTo>
                <a:lnTo>
                  <a:pt x="569142" y="1607754"/>
                </a:lnTo>
                <a:lnTo>
                  <a:pt x="552064" y="1602253"/>
                </a:lnTo>
                <a:lnTo>
                  <a:pt x="534987" y="1596360"/>
                </a:lnTo>
                <a:lnTo>
                  <a:pt x="583439" y="1572003"/>
                </a:lnTo>
                <a:lnTo>
                  <a:pt x="597736" y="1576324"/>
                </a:lnTo>
                <a:lnTo>
                  <a:pt x="612033" y="1580646"/>
                </a:lnTo>
                <a:lnTo>
                  <a:pt x="626728" y="1584182"/>
                </a:lnTo>
                <a:lnTo>
                  <a:pt x="640628" y="1587717"/>
                </a:lnTo>
                <a:lnTo>
                  <a:pt x="655322" y="1591253"/>
                </a:lnTo>
                <a:lnTo>
                  <a:pt x="670811" y="1594396"/>
                </a:lnTo>
                <a:lnTo>
                  <a:pt x="685505" y="1597146"/>
                </a:lnTo>
                <a:lnTo>
                  <a:pt x="700597" y="1599896"/>
                </a:lnTo>
                <a:lnTo>
                  <a:pt x="715689" y="1601861"/>
                </a:lnTo>
                <a:lnTo>
                  <a:pt x="730780" y="1603432"/>
                </a:lnTo>
                <a:lnTo>
                  <a:pt x="745872" y="1605396"/>
                </a:lnTo>
                <a:lnTo>
                  <a:pt x="760963" y="1606575"/>
                </a:lnTo>
                <a:lnTo>
                  <a:pt x="776452" y="1607754"/>
                </a:lnTo>
                <a:lnTo>
                  <a:pt x="791941" y="1608932"/>
                </a:lnTo>
                <a:lnTo>
                  <a:pt x="807429" y="1609325"/>
                </a:lnTo>
                <a:lnTo>
                  <a:pt x="823315" y="1609325"/>
                </a:lnTo>
                <a:lnTo>
                  <a:pt x="839201" y="1609325"/>
                </a:lnTo>
                <a:lnTo>
                  <a:pt x="855087" y="1608147"/>
                </a:lnTo>
                <a:lnTo>
                  <a:pt x="870973" y="1607754"/>
                </a:lnTo>
                <a:lnTo>
                  <a:pt x="887256" y="1606575"/>
                </a:lnTo>
                <a:lnTo>
                  <a:pt x="902744" y="1605396"/>
                </a:lnTo>
                <a:lnTo>
                  <a:pt x="918233" y="1603432"/>
                </a:lnTo>
                <a:lnTo>
                  <a:pt x="933722" y="1601468"/>
                </a:lnTo>
                <a:lnTo>
                  <a:pt x="949210" y="1598718"/>
                </a:lnTo>
                <a:lnTo>
                  <a:pt x="964699" y="1596360"/>
                </a:lnTo>
                <a:lnTo>
                  <a:pt x="980188" y="1593218"/>
                </a:lnTo>
                <a:lnTo>
                  <a:pt x="995279" y="1590467"/>
                </a:lnTo>
                <a:lnTo>
                  <a:pt x="1010371" y="1586932"/>
                </a:lnTo>
                <a:lnTo>
                  <a:pt x="1025065" y="1583003"/>
                </a:lnTo>
                <a:lnTo>
                  <a:pt x="1039760" y="1578681"/>
                </a:lnTo>
                <a:lnTo>
                  <a:pt x="1054454" y="1574360"/>
                </a:lnTo>
                <a:lnTo>
                  <a:pt x="1069148" y="1570038"/>
                </a:lnTo>
                <a:close/>
                <a:moveTo>
                  <a:pt x="990600" y="1450975"/>
                </a:moveTo>
                <a:lnTo>
                  <a:pt x="960761" y="1497590"/>
                </a:lnTo>
                <a:lnTo>
                  <a:pt x="944450" y="1500332"/>
                </a:lnTo>
                <a:lnTo>
                  <a:pt x="927740" y="1503466"/>
                </a:lnTo>
                <a:lnTo>
                  <a:pt x="910632" y="1505424"/>
                </a:lnTo>
                <a:lnTo>
                  <a:pt x="893923" y="1507775"/>
                </a:lnTo>
                <a:lnTo>
                  <a:pt x="876417" y="1508950"/>
                </a:lnTo>
                <a:lnTo>
                  <a:pt x="859310" y="1510125"/>
                </a:lnTo>
                <a:lnTo>
                  <a:pt x="841804" y="1510909"/>
                </a:lnTo>
                <a:lnTo>
                  <a:pt x="824299" y="1511300"/>
                </a:lnTo>
                <a:lnTo>
                  <a:pt x="807589" y="1510909"/>
                </a:lnTo>
                <a:lnTo>
                  <a:pt x="791675" y="1510125"/>
                </a:lnTo>
                <a:lnTo>
                  <a:pt x="775363" y="1508950"/>
                </a:lnTo>
                <a:lnTo>
                  <a:pt x="759051" y="1507775"/>
                </a:lnTo>
                <a:lnTo>
                  <a:pt x="743137" y="1506208"/>
                </a:lnTo>
                <a:lnTo>
                  <a:pt x="727223" y="1503858"/>
                </a:lnTo>
                <a:lnTo>
                  <a:pt x="711707" y="1501899"/>
                </a:lnTo>
                <a:lnTo>
                  <a:pt x="695395" y="1498765"/>
                </a:lnTo>
                <a:lnTo>
                  <a:pt x="666750" y="1453326"/>
                </a:lnTo>
                <a:lnTo>
                  <a:pt x="685449" y="1458026"/>
                </a:lnTo>
                <a:lnTo>
                  <a:pt x="704546" y="1461552"/>
                </a:lnTo>
                <a:lnTo>
                  <a:pt x="724041" y="1465077"/>
                </a:lnTo>
                <a:lnTo>
                  <a:pt x="743933" y="1467819"/>
                </a:lnTo>
                <a:lnTo>
                  <a:pt x="763428" y="1469778"/>
                </a:lnTo>
                <a:lnTo>
                  <a:pt x="783718" y="1471345"/>
                </a:lnTo>
                <a:lnTo>
                  <a:pt x="803611" y="1472520"/>
                </a:lnTo>
                <a:lnTo>
                  <a:pt x="824299" y="1472520"/>
                </a:lnTo>
                <a:lnTo>
                  <a:pt x="845783" y="1472520"/>
                </a:lnTo>
                <a:lnTo>
                  <a:pt x="866869" y="1470953"/>
                </a:lnTo>
                <a:lnTo>
                  <a:pt x="888353" y="1469386"/>
                </a:lnTo>
                <a:lnTo>
                  <a:pt x="909439" y="1467428"/>
                </a:lnTo>
                <a:lnTo>
                  <a:pt x="930127" y="1463902"/>
                </a:lnTo>
                <a:lnTo>
                  <a:pt x="950417" y="1460377"/>
                </a:lnTo>
                <a:lnTo>
                  <a:pt x="970708" y="1456068"/>
                </a:lnTo>
                <a:lnTo>
                  <a:pt x="990600" y="1450975"/>
                </a:lnTo>
                <a:close/>
                <a:moveTo>
                  <a:pt x="1402556" y="1195388"/>
                </a:moveTo>
                <a:lnTo>
                  <a:pt x="1425972" y="1326889"/>
                </a:lnTo>
                <a:lnTo>
                  <a:pt x="1435100" y="1376153"/>
                </a:lnTo>
                <a:lnTo>
                  <a:pt x="1420019" y="1392044"/>
                </a:lnTo>
                <a:lnTo>
                  <a:pt x="1404541" y="1408333"/>
                </a:lnTo>
                <a:lnTo>
                  <a:pt x="1389063" y="1423429"/>
                </a:lnTo>
                <a:lnTo>
                  <a:pt x="1372394" y="1438526"/>
                </a:lnTo>
                <a:lnTo>
                  <a:pt x="1356122" y="1452828"/>
                </a:lnTo>
                <a:lnTo>
                  <a:pt x="1339056" y="1467131"/>
                </a:lnTo>
                <a:lnTo>
                  <a:pt x="1321594" y="1480241"/>
                </a:lnTo>
                <a:lnTo>
                  <a:pt x="1303734" y="1493749"/>
                </a:lnTo>
                <a:lnTo>
                  <a:pt x="1285875" y="1506462"/>
                </a:lnTo>
                <a:lnTo>
                  <a:pt x="1267619" y="1518380"/>
                </a:lnTo>
                <a:lnTo>
                  <a:pt x="1248569" y="1529902"/>
                </a:lnTo>
                <a:lnTo>
                  <a:pt x="1229519" y="1541423"/>
                </a:lnTo>
                <a:lnTo>
                  <a:pt x="1210072" y="1552149"/>
                </a:lnTo>
                <a:lnTo>
                  <a:pt x="1190228" y="1562082"/>
                </a:lnTo>
                <a:lnTo>
                  <a:pt x="1170384" y="1572014"/>
                </a:lnTo>
                <a:lnTo>
                  <a:pt x="1149747" y="1581151"/>
                </a:lnTo>
                <a:lnTo>
                  <a:pt x="1103709" y="1557711"/>
                </a:lnTo>
                <a:lnTo>
                  <a:pt x="989012" y="1500503"/>
                </a:lnTo>
                <a:lnTo>
                  <a:pt x="996553" y="1489379"/>
                </a:lnTo>
                <a:lnTo>
                  <a:pt x="1027906" y="1439321"/>
                </a:lnTo>
                <a:lnTo>
                  <a:pt x="1136253" y="1267694"/>
                </a:lnTo>
                <a:lnTo>
                  <a:pt x="1342628" y="1211279"/>
                </a:lnTo>
                <a:lnTo>
                  <a:pt x="1400969" y="1195785"/>
                </a:lnTo>
                <a:lnTo>
                  <a:pt x="1402556" y="1195388"/>
                </a:lnTo>
                <a:close/>
                <a:moveTo>
                  <a:pt x="252864" y="1195388"/>
                </a:moveTo>
                <a:lnTo>
                  <a:pt x="302960" y="1209265"/>
                </a:lnTo>
                <a:lnTo>
                  <a:pt x="515270" y="1266356"/>
                </a:lnTo>
                <a:lnTo>
                  <a:pt x="518849" y="1267545"/>
                </a:lnTo>
                <a:lnTo>
                  <a:pt x="537137" y="1295695"/>
                </a:lnTo>
                <a:lnTo>
                  <a:pt x="629775" y="1441992"/>
                </a:lnTo>
                <a:lnTo>
                  <a:pt x="660786" y="1491154"/>
                </a:lnTo>
                <a:lnTo>
                  <a:pt x="666750" y="1500669"/>
                </a:lnTo>
                <a:lnTo>
                  <a:pt x="550655" y="1559743"/>
                </a:lnTo>
                <a:lnTo>
                  <a:pt x="504138" y="1582738"/>
                </a:lnTo>
                <a:lnTo>
                  <a:pt x="484259" y="1574412"/>
                </a:lnTo>
                <a:lnTo>
                  <a:pt x="464379" y="1564897"/>
                </a:lnTo>
                <a:lnTo>
                  <a:pt x="444898" y="1555382"/>
                </a:lnTo>
                <a:lnTo>
                  <a:pt x="425814" y="1545074"/>
                </a:lnTo>
                <a:lnTo>
                  <a:pt x="407127" y="1533973"/>
                </a:lnTo>
                <a:lnTo>
                  <a:pt x="388441" y="1522871"/>
                </a:lnTo>
                <a:lnTo>
                  <a:pt x="370152" y="1511374"/>
                </a:lnTo>
                <a:lnTo>
                  <a:pt x="352260" y="1498687"/>
                </a:lnTo>
                <a:lnTo>
                  <a:pt x="334767" y="1486396"/>
                </a:lnTo>
                <a:lnTo>
                  <a:pt x="317671" y="1473313"/>
                </a:lnTo>
                <a:lnTo>
                  <a:pt x="300972" y="1459833"/>
                </a:lnTo>
                <a:lnTo>
                  <a:pt x="284671" y="1445560"/>
                </a:lnTo>
                <a:lnTo>
                  <a:pt x="267972" y="1431287"/>
                </a:lnTo>
                <a:lnTo>
                  <a:pt x="252467" y="1416618"/>
                </a:lnTo>
                <a:lnTo>
                  <a:pt x="236961" y="1401552"/>
                </a:lnTo>
                <a:lnTo>
                  <a:pt x="222250" y="1386090"/>
                </a:lnTo>
                <a:lnTo>
                  <a:pt x="230202" y="1336531"/>
                </a:lnTo>
                <a:lnTo>
                  <a:pt x="251671" y="1203318"/>
                </a:lnTo>
                <a:lnTo>
                  <a:pt x="252864" y="1195388"/>
                </a:lnTo>
                <a:close/>
                <a:moveTo>
                  <a:pt x="950912" y="1071563"/>
                </a:moveTo>
                <a:lnTo>
                  <a:pt x="998316" y="1071563"/>
                </a:lnTo>
                <a:lnTo>
                  <a:pt x="1120775" y="1245264"/>
                </a:lnTo>
                <a:lnTo>
                  <a:pt x="1119590" y="1245662"/>
                </a:lnTo>
                <a:lnTo>
                  <a:pt x="1095888" y="1279526"/>
                </a:lnTo>
                <a:lnTo>
                  <a:pt x="950912" y="1071563"/>
                </a:lnTo>
                <a:close/>
                <a:moveTo>
                  <a:pt x="652180" y="1071563"/>
                </a:moveTo>
                <a:lnTo>
                  <a:pt x="700087" y="1071563"/>
                </a:lnTo>
                <a:lnTo>
                  <a:pt x="554783" y="1276351"/>
                </a:lnTo>
                <a:lnTo>
                  <a:pt x="534987" y="1244662"/>
                </a:lnTo>
                <a:lnTo>
                  <a:pt x="652180" y="1071563"/>
                </a:lnTo>
                <a:close/>
                <a:moveTo>
                  <a:pt x="177703" y="873125"/>
                </a:moveTo>
                <a:lnTo>
                  <a:pt x="179305" y="893844"/>
                </a:lnTo>
                <a:lnTo>
                  <a:pt x="182107" y="914164"/>
                </a:lnTo>
                <a:lnTo>
                  <a:pt x="185710" y="934485"/>
                </a:lnTo>
                <a:lnTo>
                  <a:pt x="188913" y="954805"/>
                </a:lnTo>
                <a:lnTo>
                  <a:pt x="193716" y="974727"/>
                </a:lnTo>
                <a:lnTo>
                  <a:pt x="198520" y="994251"/>
                </a:lnTo>
                <a:lnTo>
                  <a:pt x="204125" y="1013774"/>
                </a:lnTo>
                <a:lnTo>
                  <a:pt x="210931" y="1032899"/>
                </a:lnTo>
                <a:lnTo>
                  <a:pt x="217336" y="1052025"/>
                </a:lnTo>
                <a:lnTo>
                  <a:pt x="224942" y="1070751"/>
                </a:lnTo>
                <a:lnTo>
                  <a:pt x="232949" y="1089478"/>
                </a:lnTo>
                <a:lnTo>
                  <a:pt x="241356" y="1107009"/>
                </a:lnTo>
                <a:lnTo>
                  <a:pt x="250563" y="1124939"/>
                </a:lnTo>
                <a:lnTo>
                  <a:pt x="260171" y="1142470"/>
                </a:lnTo>
                <a:lnTo>
                  <a:pt x="270179" y="1159603"/>
                </a:lnTo>
                <a:lnTo>
                  <a:pt x="280988" y="1176338"/>
                </a:lnTo>
                <a:lnTo>
                  <a:pt x="228545" y="1165580"/>
                </a:lnTo>
                <a:lnTo>
                  <a:pt x="220538" y="1151236"/>
                </a:lnTo>
                <a:lnTo>
                  <a:pt x="212532" y="1136494"/>
                </a:lnTo>
                <a:lnTo>
                  <a:pt x="205326" y="1121752"/>
                </a:lnTo>
                <a:lnTo>
                  <a:pt x="198120" y="1107009"/>
                </a:lnTo>
                <a:lnTo>
                  <a:pt x="191315" y="1091869"/>
                </a:lnTo>
                <a:lnTo>
                  <a:pt x="185310" y="1076728"/>
                </a:lnTo>
                <a:lnTo>
                  <a:pt x="178904" y="1061587"/>
                </a:lnTo>
                <a:lnTo>
                  <a:pt x="173300" y="1046048"/>
                </a:lnTo>
                <a:lnTo>
                  <a:pt x="168096" y="1030509"/>
                </a:lnTo>
                <a:lnTo>
                  <a:pt x="163292" y="1014571"/>
                </a:lnTo>
                <a:lnTo>
                  <a:pt x="158888" y="998634"/>
                </a:lnTo>
                <a:lnTo>
                  <a:pt x="154885" y="982297"/>
                </a:lnTo>
                <a:lnTo>
                  <a:pt x="151282" y="966360"/>
                </a:lnTo>
                <a:lnTo>
                  <a:pt x="148079" y="949227"/>
                </a:lnTo>
                <a:lnTo>
                  <a:pt x="144877" y="932492"/>
                </a:lnTo>
                <a:lnTo>
                  <a:pt x="142875" y="915360"/>
                </a:lnTo>
                <a:lnTo>
                  <a:pt x="143275" y="915758"/>
                </a:lnTo>
                <a:lnTo>
                  <a:pt x="177703" y="873125"/>
                </a:lnTo>
                <a:close/>
                <a:moveTo>
                  <a:pt x="1469926" y="865188"/>
                </a:moveTo>
                <a:lnTo>
                  <a:pt x="1504950" y="909130"/>
                </a:lnTo>
                <a:lnTo>
                  <a:pt x="1502960" y="925756"/>
                </a:lnTo>
                <a:lnTo>
                  <a:pt x="1499776" y="943174"/>
                </a:lnTo>
                <a:lnTo>
                  <a:pt x="1496990" y="959801"/>
                </a:lnTo>
                <a:lnTo>
                  <a:pt x="1493408" y="976428"/>
                </a:lnTo>
                <a:lnTo>
                  <a:pt x="1489428" y="993054"/>
                </a:lnTo>
                <a:lnTo>
                  <a:pt x="1484652" y="1009285"/>
                </a:lnTo>
                <a:lnTo>
                  <a:pt x="1479876" y="1025516"/>
                </a:lnTo>
                <a:lnTo>
                  <a:pt x="1474702" y="1041350"/>
                </a:lnTo>
                <a:lnTo>
                  <a:pt x="1469528" y="1057185"/>
                </a:lnTo>
                <a:lnTo>
                  <a:pt x="1463558" y="1073020"/>
                </a:lnTo>
                <a:lnTo>
                  <a:pt x="1457190" y="1088855"/>
                </a:lnTo>
                <a:lnTo>
                  <a:pt x="1450423" y="1103898"/>
                </a:lnTo>
                <a:lnTo>
                  <a:pt x="1443657" y="1118941"/>
                </a:lnTo>
                <a:lnTo>
                  <a:pt x="1435697" y="1133984"/>
                </a:lnTo>
                <a:lnTo>
                  <a:pt x="1428533" y="1148631"/>
                </a:lnTo>
                <a:lnTo>
                  <a:pt x="1420175" y="1162883"/>
                </a:lnTo>
                <a:lnTo>
                  <a:pt x="1365250" y="1177926"/>
                </a:lnTo>
                <a:lnTo>
                  <a:pt x="1376394" y="1160508"/>
                </a:lnTo>
                <a:lnTo>
                  <a:pt x="1386743" y="1143089"/>
                </a:lnTo>
                <a:lnTo>
                  <a:pt x="1396693" y="1124879"/>
                </a:lnTo>
                <a:lnTo>
                  <a:pt x="1405847" y="1106669"/>
                </a:lnTo>
                <a:lnTo>
                  <a:pt x="1414603" y="1088063"/>
                </a:lnTo>
                <a:lnTo>
                  <a:pt x="1422961" y="1069457"/>
                </a:lnTo>
                <a:lnTo>
                  <a:pt x="1430523" y="1050060"/>
                </a:lnTo>
                <a:lnTo>
                  <a:pt x="1437687" y="1030662"/>
                </a:lnTo>
                <a:lnTo>
                  <a:pt x="1444055" y="1010868"/>
                </a:lnTo>
                <a:lnTo>
                  <a:pt x="1449627" y="990283"/>
                </a:lnTo>
                <a:lnTo>
                  <a:pt x="1454802" y="970094"/>
                </a:lnTo>
                <a:lnTo>
                  <a:pt x="1459180" y="949508"/>
                </a:lnTo>
                <a:lnTo>
                  <a:pt x="1463160" y="928923"/>
                </a:lnTo>
                <a:lnTo>
                  <a:pt x="1466344" y="907942"/>
                </a:lnTo>
                <a:lnTo>
                  <a:pt x="1468334" y="886565"/>
                </a:lnTo>
                <a:lnTo>
                  <a:pt x="1469926" y="865188"/>
                </a:lnTo>
                <a:close/>
                <a:moveTo>
                  <a:pt x="1646635" y="785813"/>
                </a:moveTo>
                <a:lnTo>
                  <a:pt x="1647825" y="804876"/>
                </a:lnTo>
                <a:lnTo>
                  <a:pt x="1647825" y="823940"/>
                </a:lnTo>
                <a:lnTo>
                  <a:pt x="1647825" y="842606"/>
                </a:lnTo>
                <a:lnTo>
                  <a:pt x="1646635" y="861669"/>
                </a:lnTo>
                <a:lnTo>
                  <a:pt x="1645841" y="879938"/>
                </a:lnTo>
                <a:lnTo>
                  <a:pt x="1644650" y="898605"/>
                </a:lnTo>
                <a:lnTo>
                  <a:pt x="1642269" y="916477"/>
                </a:lnTo>
                <a:lnTo>
                  <a:pt x="1640285" y="934746"/>
                </a:lnTo>
                <a:lnTo>
                  <a:pt x="1637506" y="953015"/>
                </a:lnTo>
                <a:lnTo>
                  <a:pt x="1634728" y="970887"/>
                </a:lnTo>
                <a:lnTo>
                  <a:pt x="1631156" y="988759"/>
                </a:lnTo>
                <a:lnTo>
                  <a:pt x="1627188" y="1006630"/>
                </a:lnTo>
                <a:lnTo>
                  <a:pt x="1623616" y="1023708"/>
                </a:lnTo>
                <a:lnTo>
                  <a:pt x="1618853" y="1041183"/>
                </a:lnTo>
                <a:lnTo>
                  <a:pt x="1614091" y="1058260"/>
                </a:lnTo>
                <a:lnTo>
                  <a:pt x="1608931" y="1075735"/>
                </a:lnTo>
                <a:lnTo>
                  <a:pt x="1602978" y="1092416"/>
                </a:lnTo>
                <a:lnTo>
                  <a:pt x="1597025" y="1109096"/>
                </a:lnTo>
                <a:lnTo>
                  <a:pt x="1590675" y="1125777"/>
                </a:lnTo>
                <a:lnTo>
                  <a:pt x="1584325" y="1142060"/>
                </a:lnTo>
                <a:lnTo>
                  <a:pt x="1576785" y="1158343"/>
                </a:lnTo>
                <a:lnTo>
                  <a:pt x="1569641" y="1174229"/>
                </a:lnTo>
                <a:lnTo>
                  <a:pt x="1562100" y="1190116"/>
                </a:lnTo>
                <a:lnTo>
                  <a:pt x="1553766" y="1205605"/>
                </a:lnTo>
                <a:lnTo>
                  <a:pt x="1545828" y="1221094"/>
                </a:lnTo>
                <a:lnTo>
                  <a:pt x="1537097" y="1236980"/>
                </a:lnTo>
                <a:lnTo>
                  <a:pt x="1527969" y="1251675"/>
                </a:lnTo>
                <a:lnTo>
                  <a:pt x="1518841" y="1266767"/>
                </a:lnTo>
                <a:lnTo>
                  <a:pt x="1508919" y="1281461"/>
                </a:lnTo>
                <a:lnTo>
                  <a:pt x="1499394" y="1295759"/>
                </a:lnTo>
                <a:lnTo>
                  <a:pt x="1489075" y="1309659"/>
                </a:lnTo>
                <a:lnTo>
                  <a:pt x="1478756" y="1323560"/>
                </a:lnTo>
                <a:lnTo>
                  <a:pt x="1468041" y="1337460"/>
                </a:lnTo>
                <a:lnTo>
                  <a:pt x="1456928" y="1350963"/>
                </a:lnTo>
                <a:lnTo>
                  <a:pt x="1447800" y="1300525"/>
                </a:lnTo>
                <a:lnTo>
                  <a:pt x="1457325" y="1287816"/>
                </a:lnTo>
                <a:lnTo>
                  <a:pt x="1466453" y="1274710"/>
                </a:lnTo>
                <a:lnTo>
                  <a:pt x="1474788" y="1262398"/>
                </a:lnTo>
                <a:lnTo>
                  <a:pt x="1483519" y="1248895"/>
                </a:lnTo>
                <a:lnTo>
                  <a:pt x="1492250" y="1235789"/>
                </a:lnTo>
                <a:lnTo>
                  <a:pt x="1499791" y="1222682"/>
                </a:lnTo>
                <a:lnTo>
                  <a:pt x="1508125" y="1208782"/>
                </a:lnTo>
                <a:lnTo>
                  <a:pt x="1515666" y="1195279"/>
                </a:lnTo>
                <a:lnTo>
                  <a:pt x="1522810" y="1180981"/>
                </a:lnTo>
                <a:lnTo>
                  <a:pt x="1529556" y="1167081"/>
                </a:lnTo>
                <a:lnTo>
                  <a:pt x="1536700" y="1153180"/>
                </a:lnTo>
                <a:lnTo>
                  <a:pt x="1543050" y="1138883"/>
                </a:lnTo>
                <a:lnTo>
                  <a:pt x="1549003" y="1124188"/>
                </a:lnTo>
                <a:lnTo>
                  <a:pt x="1555353" y="1109493"/>
                </a:lnTo>
                <a:lnTo>
                  <a:pt x="1560910" y="1094799"/>
                </a:lnTo>
                <a:lnTo>
                  <a:pt x="1566069" y="1079707"/>
                </a:lnTo>
                <a:lnTo>
                  <a:pt x="1571228" y="1064218"/>
                </a:lnTo>
                <a:lnTo>
                  <a:pt x="1575991" y="1049126"/>
                </a:lnTo>
                <a:lnTo>
                  <a:pt x="1580356" y="1034034"/>
                </a:lnTo>
                <a:lnTo>
                  <a:pt x="1584722" y="1018545"/>
                </a:lnTo>
                <a:lnTo>
                  <a:pt x="1588294" y="1003056"/>
                </a:lnTo>
                <a:lnTo>
                  <a:pt x="1591866" y="987170"/>
                </a:lnTo>
                <a:lnTo>
                  <a:pt x="1595041" y="971681"/>
                </a:lnTo>
                <a:lnTo>
                  <a:pt x="1597819" y="955398"/>
                </a:lnTo>
                <a:lnTo>
                  <a:pt x="1600597" y="939511"/>
                </a:lnTo>
                <a:lnTo>
                  <a:pt x="1602581" y="923228"/>
                </a:lnTo>
                <a:lnTo>
                  <a:pt x="1604566" y="906945"/>
                </a:lnTo>
                <a:lnTo>
                  <a:pt x="1606153" y="890662"/>
                </a:lnTo>
                <a:lnTo>
                  <a:pt x="1606947" y="874378"/>
                </a:lnTo>
                <a:lnTo>
                  <a:pt x="1607741" y="857301"/>
                </a:lnTo>
                <a:lnTo>
                  <a:pt x="1608931" y="841017"/>
                </a:lnTo>
                <a:lnTo>
                  <a:pt x="1608931" y="823940"/>
                </a:lnTo>
                <a:lnTo>
                  <a:pt x="1608931" y="822351"/>
                </a:lnTo>
                <a:lnTo>
                  <a:pt x="1646635" y="785813"/>
                </a:lnTo>
                <a:close/>
                <a:moveTo>
                  <a:pt x="1191" y="779463"/>
                </a:moveTo>
                <a:lnTo>
                  <a:pt x="39291" y="816372"/>
                </a:lnTo>
                <a:lnTo>
                  <a:pt x="38894" y="824707"/>
                </a:lnTo>
                <a:lnTo>
                  <a:pt x="39291" y="842169"/>
                </a:lnTo>
                <a:lnTo>
                  <a:pt x="39687" y="858838"/>
                </a:lnTo>
                <a:lnTo>
                  <a:pt x="40481" y="876300"/>
                </a:lnTo>
                <a:lnTo>
                  <a:pt x="41672" y="892969"/>
                </a:lnTo>
                <a:lnTo>
                  <a:pt x="43656" y="910035"/>
                </a:lnTo>
                <a:lnTo>
                  <a:pt x="45244" y="926307"/>
                </a:lnTo>
                <a:lnTo>
                  <a:pt x="47625" y="943372"/>
                </a:lnTo>
                <a:lnTo>
                  <a:pt x="50403" y="959644"/>
                </a:lnTo>
                <a:lnTo>
                  <a:pt x="53578" y="975519"/>
                </a:lnTo>
                <a:lnTo>
                  <a:pt x="56753" y="992188"/>
                </a:lnTo>
                <a:lnTo>
                  <a:pt x="60325" y="1008063"/>
                </a:lnTo>
                <a:lnTo>
                  <a:pt x="64691" y="1023938"/>
                </a:lnTo>
                <a:lnTo>
                  <a:pt x="69056" y="1039813"/>
                </a:lnTo>
                <a:lnTo>
                  <a:pt x="73819" y="1055688"/>
                </a:lnTo>
                <a:lnTo>
                  <a:pt x="78581" y="1071166"/>
                </a:lnTo>
                <a:lnTo>
                  <a:pt x="83741" y="1086644"/>
                </a:lnTo>
                <a:lnTo>
                  <a:pt x="89297" y="1101726"/>
                </a:lnTo>
                <a:lnTo>
                  <a:pt x="95250" y="1116807"/>
                </a:lnTo>
                <a:lnTo>
                  <a:pt x="101203" y="1131888"/>
                </a:lnTo>
                <a:lnTo>
                  <a:pt x="108347" y="1146573"/>
                </a:lnTo>
                <a:lnTo>
                  <a:pt x="114697" y="1161257"/>
                </a:lnTo>
                <a:lnTo>
                  <a:pt x="122238" y="1175941"/>
                </a:lnTo>
                <a:lnTo>
                  <a:pt x="129381" y="1190229"/>
                </a:lnTo>
                <a:lnTo>
                  <a:pt x="137319" y="1204517"/>
                </a:lnTo>
                <a:lnTo>
                  <a:pt x="144860" y="1218407"/>
                </a:lnTo>
                <a:lnTo>
                  <a:pt x="153194" y="1232298"/>
                </a:lnTo>
                <a:lnTo>
                  <a:pt x="161925" y="1245792"/>
                </a:lnTo>
                <a:lnTo>
                  <a:pt x="170260" y="1259285"/>
                </a:lnTo>
                <a:lnTo>
                  <a:pt x="179388" y="1272382"/>
                </a:lnTo>
                <a:lnTo>
                  <a:pt x="188913" y="1285479"/>
                </a:lnTo>
                <a:lnTo>
                  <a:pt x="198438" y="1298179"/>
                </a:lnTo>
                <a:lnTo>
                  <a:pt x="207963" y="1311276"/>
                </a:lnTo>
                <a:lnTo>
                  <a:pt x="199628" y="1362076"/>
                </a:lnTo>
                <a:lnTo>
                  <a:pt x="188516" y="1348186"/>
                </a:lnTo>
                <a:lnTo>
                  <a:pt x="177403" y="1334295"/>
                </a:lnTo>
                <a:lnTo>
                  <a:pt x="166291" y="1320404"/>
                </a:lnTo>
                <a:lnTo>
                  <a:pt x="155575" y="1306117"/>
                </a:lnTo>
                <a:lnTo>
                  <a:pt x="145256" y="1291432"/>
                </a:lnTo>
                <a:lnTo>
                  <a:pt x="135335" y="1276748"/>
                </a:lnTo>
                <a:lnTo>
                  <a:pt x="125413" y="1261667"/>
                </a:lnTo>
                <a:lnTo>
                  <a:pt x="115888" y="1245792"/>
                </a:lnTo>
                <a:lnTo>
                  <a:pt x="106760" y="1230710"/>
                </a:lnTo>
                <a:lnTo>
                  <a:pt x="98425" y="1214835"/>
                </a:lnTo>
                <a:lnTo>
                  <a:pt x="90091" y="1198960"/>
                </a:lnTo>
                <a:lnTo>
                  <a:pt x="81756" y="1183085"/>
                </a:lnTo>
                <a:lnTo>
                  <a:pt x="74216" y="1166416"/>
                </a:lnTo>
                <a:lnTo>
                  <a:pt x="66675" y="1150144"/>
                </a:lnTo>
                <a:lnTo>
                  <a:pt x="59928" y="1133079"/>
                </a:lnTo>
                <a:lnTo>
                  <a:pt x="53578" y="1116410"/>
                </a:lnTo>
                <a:lnTo>
                  <a:pt x="46831" y="1098948"/>
                </a:lnTo>
                <a:lnTo>
                  <a:pt x="41275" y="1081882"/>
                </a:lnTo>
                <a:lnTo>
                  <a:pt x="35719" y="1064419"/>
                </a:lnTo>
                <a:lnTo>
                  <a:pt x="30559" y="1046957"/>
                </a:lnTo>
                <a:lnTo>
                  <a:pt x="25797" y="1029097"/>
                </a:lnTo>
                <a:lnTo>
                  <a:pt x="21431" y="1011635"/>
                </a:lnTo>
                <a:lnTo>
                  <a:pt x="17066" y="993379"/>
                </a:lnTo>
                <a:lnTo>
                  <a:pt x="13494" y="975122"/>
                </a:lnTo>
                <a:lnTo>
                  <a:pt x="10716" y="956469"/>
                </a:lnTo>
                <a:lnTo>
                  <a:pt x="7541" y="938610"/>
                </a:lnTo>
                <a:lnTo>
                  <a:pt x="5556" y="919957"/>
                </a:lnTo>
                <a:lnTo>
                  <a:pt x="3175" y="900907"/>
                </a:lnTo>
                <a:lnTo>
                  <a:pt x="1984" y="882254"/>
                </a:lnTo>
                <a:lnTo>
                  <a:pt x="794" y="863204"/>
                </a:lnTo>
                <a:lnTo>
                  <a:pt x="397" y="844154"/>
                </a:lnTo>
                <a:lnTo>
                  <a:pt x="0" y="824707"/>
                </a:lnTo>
                <a:lnTo>
                  <a:pt x="397" y="802085"/>
                </a:lnTo>
                <a:lnTo>
                  <a:pt x="1191" y="779463"/>
                </a:lnTo>
                <a:close/>
                <a:moveTo>
                  <a:pt x="1314889" y="671513"/>
                </a:moveTo>
                <a:lnTo>
                  <a:pt x="1339850" y="701729"/>
                </a:lnTo>
                <a:lnTo>
                  <a:pt x="1101725" y="776288"/>
                </a:lnTo>
                <a:lnTo>
                  <a:pt x="1116385" y="730768"/>
                </a:lnTo>
                <a:lnTo>
                  <a:pt x="1314889" y="671513"/>
                </a:lnTo>
                <a:close/>
                <a:moveTo>
                  <a:pt x="339763" y="668338"/>
                </a:moveTo>
                <a:lnTo>
                  <a:pt x="538932" y="730250"/>
                </a:lnTo>
                <a:lnTo>
                  <a:pt x="554038" y="776288"/>
                </a:lnTo>
                <a:lnTo>
                  <a:pt x="317500" y="698500"/>
                </a:lnTo>
                <a:lnTo>
                  <a:pt x="339763" y="668338"/>
                </a:lnTo>
                <a:close/>
                <a:moveTo>
                  <a:pt x="828080" y="554038"/>
                </a:moveTo>
                <a:lnTo>
                  <a:pt x="847512" y="567940"/>
                </a:lnTo>
                <a:lnTo>
                  <a:pt x="1087438" y="737939"/>
                </a:lnTo>
                <a:lnTo>
                  <a:pt x="1086645" y="741117"/>
                </a:lnTo>
                <a:lnTo>
                  <a:pt x="1086249" y="742308"/>
                </a:lnTo>
                <a:lnTo>
                  <a:pt x="987105" y="1046163"/>
                </a:lnTo>
                <a:lnTo>
                  <a:pt x="980364" y="1046163"/>
                </a:lnTo>
                <a:lnTo>
                  <a:pt x="935551" y="1046163"/>
                </a:lnTo>
                <a:lnTo>
                  <a:pt x="669054" y="1046163"/>
                </a:lnTo>
                <a:lnTo>
                  <a:pt x="570308" y="742308"/>
                </a:lnTo>
                <a:lnTo>
                  <a:pt x="569911" y="741117"/>
                </a:lnTo>
                <a:lnTo>
                  <a:pt x="568325" y="737939"/>
                </a:lnTo>
                <a:lnTo>
                  <a:pt x="808648" y="567940"/>
                </a:lnTo>
                <a:lnTo>
                  <a:pt x="828080" y="554038"/>
                </a:lnTo>
                <a:close/>
                <a:moveTo>
                  <a:pt x="1360910" y="387350"/>
                </a:moveTo>
                <a:lnTo>
                  <a:pt x="1489666" y="409557"/>
                </a:lnTo>
                <a:lnTo>
                  <a:pt x="1540533" y="418281"/>
                </a:lnTo>
                <a:lnTo>
                  <a:pt x="1550865" y="437316"/>
                </a:lnTo>
                <a:lnTo>
                  <a:pt x="1560800" y="456747"/>
                </a:lnTo>
                <a:lnTo>
                  <a:pt x="1570337" y="476178"/>
                </a:lnTo>
                <a:lnTo>
                  <a:pt x="1579477" y="495213"/>
                </a:lnTo>
                <a:lnTo>
                  <a:pt x="1587425" y="515834"/>
                </a:lnTo>
                <a:lnTo>
                  <a:pt x="1595373" y="536058"/>
                </a:lnTo>
                <a:lnTo>
                  <a:pt x="1602924" y="556282"/>
                </a:lnTo>
                <a:lnTo>
                  <a:pt x="1609679" y="577300"/>
                </a:lnTo>
                <a:lnTo>
                  <a:pt x="1616038" y="597920"/>
                </a:lnTo>
                <a:lnTo>
                  <a:pt x="1621601" y="619731"/>
                </a:lnTo>
                <a:lnTo>
                  <a:pt x="1626767" y="640748"/>
                </a:lnTo>
                <a:lnTo>
                  <a:pt x="1631536" y="662955"/>
                </a:lnTo>
                <a:lnTo>
                  <a:pt x="1635908" y="684369"/>
                </a:lnTo>
                <a:lnTo>
                  <a:pt x="1639484" y="706973"/>
                </a:lnTo>
                <a:lnTo>
                  <a:pt x="1641868" y="728783"/>
                </a:lnTo>
                <a:lnTo>
                  <a:pt x="1644650" y="751387"/>
                </a:lnTo>
                <a:lnTo>
                  <a:pt x="1607692" y="786680"/>
                </a:lnTo>
                <a:lnTo>
                  <a:pt x="1513510" y="877888"/>
                </a:lnTo>
                <a:lnTo>
                  <a:pt x="1508343" y="871543"/>
                </a:lnTo>
                <a:lnTo>
                  <a:pt x="1471386" y="825146"/>
                </a:lnTo>
                <a:lnTo>
                  <a:pt x="1363691" y="689921"/>
                </a:lnTo>
                <a:lnTo>
                  <a:pt x="1341437" y="662559"/>
                </a:lnTo>
                <a:lnTo>
                  <a:pt x="1341835" y="656214"/>
                </a:lnTo>
                <a:lnTo>
                  <a:pt x="1355743" y="455557"/>
                </a:lnTo>
                <a:lnTo>
                  <a:pt x="1360115" y="396074"/>
                </a:lnTo>
                <a:lnTo>
                  <a:pt x="1360910" y="387350"/>
                </a:lnTo>
                <a:close/>
                <a:moveTo>
                  <a:pt x="293316" y="387350"/>
                </a:moveTo>
                <a:lnTo>
                  <a:pt x="293316" y="388143"/>
                </a:lnTo>
                <a:lnTo>
                  <a:pt x="297280" y="446040"/>
                </a:lnTo>
                <a:lnTo>
                  <a:pt x="311549" y="656214"/>
                </a:lnTo>
                <a:lnTo>
                  <a:pt x="312738" y="662559"/>
                </a:lnTo>
                <a:lnTo>
                  <a:pt x="290145" y="689921"/>
                </a:lnTo>
                <a:lnTo>
                  <a:pt x="175991" y="833870"/>
                </a:lnTo>
                <a:lnTo>
                  <a:pt x="141111" y="877888"/>
                </a:lnTo>
                <a:lnTo>
                  <a:pt x="138733" y="875509"/>
                </a:lnTo>
                <a:lnTo>
                  <a:pt x="39641" y="779939"/>
                </a:lnTo>
                <a:lnTo>
                  <a:pt x="3175" y="744646"/>
                </a:lnTo>
                <a:lnTo>
                  <a:pt x="5949" y="722835"/>
                </a:lnTo>
                <a:lnTo>
                  <a:pt x="8724" y="701025"/>
                </a:lnTo>
                <a:lnTo>
                  <a:pt x="12291" y="679611"/>
                </a:lnTo>
                <a:lnTo>
                  <a:pt x="16255" y="658197"/>
                </a:lnTo>
                <a:lnTo>
                  <a:pt x="21011" y="636783"/>
                </a:lnTo>
                <a:lnTo>
                  <a:pt x="26164" y="616162"/>
                </a:lnTo>
                <a:lnTo>
                  <a:pt x="31713" y="595541"/>
                </a:lnTo>
                <a:lnTo>
                  <a:pt x="38452" y="574920"/>
                </a:lnTo>
                <a:lnTo>
                  <a:pt x="44793" y="554696"/>
                </a:lnTo>
                <a:lnTo>
                  <a:pt x="51928" y="534472"/>
                </a:lnTo>
                <a:lnTo>
                  <a:pt x="59855" y="514644"/>
                </a:lnTo>
                <a:lnTo>
                  <a:pt x="68179" y="495213"/>
                </a:lnTo>
                <a:lnTo>
                  <a:pt x="77296" y="476178"/>
                </a:lnTo>
                <a:lnTo>
                  <a:pt x="86016" y="457143"/>
                </a:lnTo>
                <a:lnTo>
                  <a:pt x="95528" y="438109"/>
                </a:lnTo>
                <a:lnTo>
                  <a:pt x="105834" y="419867"/>
                </a:lnTo>
                <a:lnTo>
                  <a:pt x="156173" y="410747"/>
                </a:lnTo>
                <a:lnTo>
                  <a:pt x="293316" y="387350"/>
                </a:lnTo>
                <a:close/>
                <a:moveTo>
                  <a:pt x="808037" y="298450"/>
                </a:moveTo>
                <a:lnTo>
                  <a:pt x="827881" y="306401"/>
                </a:lnTo>
                <a:lnTo>
                  <a:pt x="847725" y="298450"/>
                </a:lnTo>
                <a:lnTo>
                  <a:pt x="847725" y="536575"/>
                </a:lnTo>
                <a:lnTo>
                  <a:pt x="827881" y="522661"/>
                </a:lnTo>
                <a:lnTo>
                  <a:pt x="808037" y="536575"/>
                </a:lnTo>
                <a:lnTo>
                  <a:pt x="808037" y="298450"/>
                </a:lnTo>
                <a:close/>
                <a:moveTo>
                  <a:pt x="1106341" y="198438"/>
                </a:moveTo>
                <a:lnTo>
                  <a:pt x="1122567" y="205965"/>
                </a:lnTo>
                <a:lnTo>
                  <a:pt x="1139189" y="214285"/>
                </a:lnTo>
                <a:lnTo>
                  <a:pt x="1155020" y="223001"/>
                </a:lnTo>
                <a:lnTo>
                  <a:pt x="1170455" y="231717"/>
                </a:lnTo>
                <a:lnTo>
                  <a:pt x="1185889" y="241225"/>
                </a:lnTo>
                <a:lnTo>
                  <a:pt x="1200928" y="251129"/>
                </a:lnTo>
                <a:lnTo>
                  <a:pt x="1216363" y="261034"/>
                </a:lnTo>
                <a:lnTo>
                  <a:pt x="1231006" y="271335"/>
                </a:lnTo>
                <a:lnTo>
                  <a:pt x="1244858" y="282031"/>
                </a:lnTo>
                <a:lnTo>
                  <a:pt x="1258710" y="293520"/>
                </a:lnTo>
                <a:lnTo>
                  <a:pt x="1272562" y="305010"/>
                </a:lnTo>
                <a:lnTo>
                  <a:pt x="1286018" y="316895"/>
                </a:lnTo>
                <a:lnTo>
                  <a:pt x="1299078" y="328780"/>
                </a:lnTo>
                <a:lnTo>
                  <a:pt x="1312138" y="341854"/>
                </a:lnTo>
                <a:lnTo>
                  <a:pt x="1324407" y="354928"/>
                </a:lnTo>
                <a:lnTo>
                  <a:pt x="1336675" y="367606"/>
                </a:lnTo>
                <a:lnTo>
                  <a:pt x="1332322" y="423863"/>
                </a:lnTo>
                <a:lnTo>
                  <a:pt x="1318470" y="406827"/>
                </a:lnTo>
                <a:lnTo>
                  <a:pt x="1304618" y="390584"/>
                </a:lnTo>
                <a:lnTo>
                  <a:pt x="1289975" y="374737"/>
                </a:lnTo>
                <a:lnTo>
                  <a:pt x="1274145" y="359286"/>
                </a:lnTo>
                <a:lnTo>
                  <a:pt x="1258314" y="344231"/>
                </a:lnTo>
                <a:lnTo>
                  <a:pt x="1242088" y="329969"/>
                </a:lnTo>
                <a:lnTo>
                  <a:pt x="1225070" y="316103"/>
                </a:lnTo>
                <a:lnTo>
                  <a:pt x="1208052" y="302633"/>
                </a:lnTo>
                <a:lnTo>
                  <a:pt x="1189847" y="290351"/>
                </a:lnTo>
                <a:lnTo>
                  <a:pt x="1171642" y="278070"/>
                </a:lnTo>
                <a:lnTo>
                  <a:pt x="1153437" y="266580"/>
                </a:lnTo>
                <a:lnTo>
                  <a:pt x="1134440" y="255884"/>
                </a:lnTo>
                <a:lnTo>
                  <a:pt x="1114652" y="245187"/>
                </a:lnTo>
                <a:lnTo>
                  <a:pt x="1094864" y="235679"/>
                </a:lnTo>
                <a:lnTo>
                  <a:pt x="1074680" y="227359"/>
                </a:lnTo>
                <a:lnTo>
                  <a:pt x="1054100" y="218643"/>
                </a:lnTo>
                <a:lnTo>
                  <a:pt x="1106341" y="198438"/>
                </a:lnTo>
                <a:close/>
                <a:moveTo>
                  <a:pt x="545878" y="196850"/>
                </a:moveTo>
                <a:lnTo>
                  <a:pt x="598488" y="217164"/>
                </a:lnTo>
                <a:lnTo>
                  <a:pt x="577763" y="225130"/>
                </a:lnTo>
                <a:lnTo>
                  <a:pt x="557835" y="233495"/>
                </a:lnTo>
                <a:lnTo>
                  <a:pt x="538305" y="243055"/>
                </a:lnTo>
                <a:lnTo>
                  <a:pt x="518775" y="253013"/>
                </a:lnTo>
                <a:lnTo>
                  <a:pt x="500441" y="263369"/>
                </a:lnTo>
                <a:lnTo>
                  <a:pt x="481709" y="274522"/>
                </a:lnTo>
                <a:lnTo>
                  <a:pt x="463375" y="286471"/>
                </a:lnTo>
                <a:lnTo>
                  <a:pt x="446236" y="298421"/>
                </a:lnTo>
                <a:lnTo>
                  <a:pt x="428700" y="311566"/>
                </a:lnTo>
                <a:lnTo>
                  <a:pt x="411960" y="325108"/>
                </a:lnTo>
                <a:lnTo>
                  <a:pt x="395220" y="338651"/>
                </a:lnTo>
                <a:lnTo>
                  <a:pt x="379676" y="352991"/>
                </a:lnTo>
                <a:lnTo>
                  <a:pt x="364132" y="368127"/>
                </a:lnTo>
                <a:lnTo>
                  <a:pt x="349385" y="383263"/>
                </a:lnTo>
                <a:lnTo>
                  <a:pt x="335037" y="399594"/>
                </a:lnTo>
                <a:lnTo>
                  <a:pt x="321087" y="415925"/>
                </a:lnTo>
                <a:lnTo>
                  <a:pt x="317500" y="360957"/>
                </a:lnTo>
                <a:lnTo>
                  <a:pt x="329457" y="347812"/>
                </a:lnTo>
                <a:lnTo>
                  <a:pt x="341414" y="335465"/>
                </a:lnTo>
                <a:lnTo>
                  <a:pt x="354567" y="323117"/>
                </a:lnTo>
                <a:lnTo>
                  <a:pt x="367719" y="311566"/>
                </a:lnTo>
                <a:lnTo>
                  <a:pt x="380872" y="299616"/>
                </a:lnTo>
                <a:lnTo>
                  <a:pt x="394423" y="288463"/>
                </a:lnTo>
                <a:lnTo>
                  <a:pt x="408373" y="277708"/>
                </a:lnTo>
                <a:lnTo>
                  <a:pt x="422721" y="267352"/>
                </a:lnTo>
                <a:lnTo>
                  <a:pt x="437069" y="256996"/>
                </a:lnTo>
                <a:lnTo>
                  <a:pt x="451816" y="247436"/>
                </a:lnTo>
                <a:lnTo>
                  <a:pt x="466962" y="237877"/>
                </a:lnTo>
                <a:lnTo>
                  <a:pt x="482107" y="228715"/>
                </a:lnTo>
                <a:lnTo>
                  <a:pt x="497651" y="219952"/>
                </a:lnTo>
                <a:lnTo>
                  <a:pt x="513195" y="211986"/>
                </a:lnTo>
                <a:lnTo>
                  <a:pt x="529536" y="204020"/>
                </a:lnTo>
                <a:lnTo>
                  <a:pt x="545878" y="196850"/>
                </a:lnTo>
                <a:close/>
                <a:moveTo>
                  <a:pt x="1028700" y="25400"/>
                </a:moveTo>
                <a:lnTo>
                  <a:pt x="1048147" y="30571"/>
                </a:lnTo>
                <a:lnTo>
                  <a:pt x="1067197" y="36139"/>
                </a:lnTo>
                <a:lnTo>
                  <a:pt x="1086247" y="42503"/>
                </a:lnTo>
                <a:lnTo>
                  <a:pt x="1104900" y="49265"/>
                </a:lnTo>
                <a:lnTo>
                  <a:pt x="1123553" y="56026"/>
                </a:lnTo>
                <a:lnTo>
                  <a:pt x="1142207" y="63186"/>
                </a:lnTo>
                <a:lnTo>
                  <a:pt x="1160066" y="71538"/>
                </a:lnTo>
                <a:lnTo>
                  <a:pt x="1177925" y="79891"/>
                </a:lnTo>
                <a:lnTo>
                  <a:pt x="1195388" y="88641"/>
                </a:lnTo>
                <a:lnTo>
                  <a:pt x="1212850" y="97392"/>
                </a:lnTo>
                <a:lnTo>
                  <a:pt x="1230313" y="106937"/>
                </a:lnTo>
                <a:lnTo>
                  <a:pt x="1246982" y="116881"/>
                </a:lnTo>
                <a:lnTo>
                  <a:pt x="1263650" y="127620"/>
                </a:lnTo>
                <a:lnTo>
                  <a:pt x="1280319" y="138359"/>
                </a:lnTo>
                <a:lnTo>
                  <a:pt x="1296194" y="149098"/>
                </a:lnTo>
                <a:lnTo>
                  <a:pt x="1312069" y="160633"/>
                </a:lnTo>
                <a:lnTo>
                  <a:pt x="1327547" y="172565"/>
                </a:lnTo>
                <a:lnTo>
                  <a:pt x="1342629" y="184497"/>
                </a:lnTo>
                <a:lnTo>
                  <a:pt x="1358107" y="197225"/>
                </a:lnTo>
                <a:lnTo>
                  <a:pt x="1372791" y="209953"/>
                </a:lnTo>
                <a:lnTo>
                  <a:pt x="1386682" y="223079"/>
                </a:lnTo>
                <a:lnTo>
                  <a:pt x="1400572" y="237000"/>
                </a:lnTo>
                <a:lnTo>
                  <a:pt x="1414463" y="250921"/>
                </a:lnTo>
                <a:lnTo>
                  <a:pt x="1427957" y="264444"/>
                </a:lnTo>
                <a:lnTo>
                  <a:pt x="1440657" y="279161"/>
                </a:lnTo>
                <a:lnTo>
                  <a:pt x="1453754" y="293877"/>
                </a:lnTo>
                <a:lnTo>
                  <a:pt x="1466454" y="309389"/>
                </a:lnTo>
                <a:lnTo>
                  <a:pt x="1477963" y="324901"/>
                </a:lnTo>
                <a:lnTo>
                  <a:pt x="1489473" y="340413"/>
                </a:lnTo>
                <a:lnTo>
                  <a:pt x="1501379" y="356323"/>
                </a:lnTo>
                <a:lnTo>
                  <a:pt x="1512094" y="372233"/>
                </a:lnTo>
                <a:lnTo>
                  <a:pt x="1522413" y="388938"/>
                </a:lnTo>
                <a:lnTo>
                  <a:pt x="1470026" y="380187"/>
                </a:lnTo>
                <a:lnTo>
                  <a:pt x="1460501" y="366664"/>
                </a:lnTo>
                <a:lnTo>
                  <a:pt x="1451373" y="353539"/>
                </a:lnTo>
                <a:lnTo>
                  <a:pt x="1441451" y="340413"/>
                </a:lnTo>
                <a:lnTo>
                  <a:pt x="1430735" y="327685"/>
                </a:lnTo>
                <a:lnTo>
                  <a:pt x="1420416" y="315355"/>
                </a:lnTo>
                <a:lnTo>
                  <a:pt x="1409701" y="302627"/>
                </a:lnTo>
                <a:lnTo>
                  <a:pt x="1398985" y="290695"/>
                </a:lnTo>
                <a:lnTo>
                  <a:pt x="1387872" y="278763"/>
                </a:lnTo>
                <a:lnTo>
                  <a:pt x="1375966" y="267228"/>
                </a:lnTo>
                <a:lnTo>
                  <a:pt x="1364457" y="255694"/>
                </a:lnTo>
                <a:lnTo>
                  <a:pt x="1352154" y="244557"/>
                </a:lnTo>
                <a:lnTo>
                  <a:pt x="1340247" y="233420"/>
                </a:lnTo>
                <a:lnTo>
                  <a:pt x="1327944" y="223079"/>
                </a:lnTo>
                <a:lnTo>
                  <a:pt x="1315244" y="212737"/>
                </a:lnTo>
                <a:lnTo>
                  <a:pt x="1302544" y="202396"/>
                </a:lnTo>
                <a:lnTo>
                  <a:pt x="1289844" y="192452"/>
                </a:lnTo>
                <a:lnTo>
                  <a:pt x="1276350" y="182906"/>
                </a:lnTo>
                <a:lnTo>
                  <a:pt x="1262857" y="173758"/>
                </a:lnTo>
                <a:lnTo>
                  <a:pt x="1248966" y="164610"/>
                </a:lnTo>
                <a:lnTo>
                  <a:pt x="1235472" y="155462"/>
                </a:lnTo>
                <a:lnTo>
                  <a:pt x="1221582" y="147507"/>
                </a:lnTo>
                <a:lnTo>
                  <a:pt x="1207294" y="139155"/>
                </a:lnTo>
                <a:lnTo>
                  <a:pt x="1192610" y="130802"/>
                </a:lnTo>
                <a:lnTo>
                  <a:pt x="1178322" y="123643"/>
                </a:lnTo>
                <a:lnTo>
                  <a:pt x="1163241" y="116085"/>
                </a:lnTo>
                <a:lnTo>
                  <a:pt x="1148557" y="108926"/>
                </a:lnTo>
                <a:lnTo>
                  <a:pt x="1133475" y="102164"/>
                </a:lnTo>
                <a:lnTo>
                  <a:pt x="1117997" y="95801"/>
                </a:lnTo>
                <a:lnTo>
                  <a:pt x="1102916" y="89834"/>
                </a:lnTo>
                <a:lnTo>
                  <a:pt x="1087041" y="84266"/>
                </a:lnTo>
                <a:lnTo>
                  <a:pt x="1071166" y="78698"/>
                </a:lnTo>
                <a:lnTo>
                  <a:pt x="1055291" y="73527"/>
                </a:lnTo>
                <a:lnTo>
                  <a:pt x="1028700" y="25400"/>
                </a:lnTo>
                <a:close/>
                <a:moveTo>
                  <a:pt x="619125" y="25400"/>
                </a:moveTo>
                <a:lnTo>
                  <a:pt x="594935" y="72333"/>
                </a:lnTo>
                <a:lnTo>
                  <a:pt x="579073" y="77504"/>
                </a:lnTo>
                <a:lnTo>
                  <a:pt x="563211" y="82674"/>
                </a:lnTo>
                <a:lnTo>
                  <a:pt x="546952" y="89038"/>
                </a:lnTo>
                <a:lnTo>
                  <a:pt x="531486" y="95004"/>
                </a:lnTo>
                <a:lnTo>
                  <a:pt x="516020" y="101368"/>
                </a:lnTo>
                <a:lnTo>
                  <a:pt x="500951" y="108130"/>
                </a:lnTo>
                <a:lnTo>
                  <a:pt x="485882" y="115289"/>
                </a:lnTo>
                <a:lnTo>
                  <a:pt x="470813" y="122846"/>
                </a:lnTo>
                <a:lnTo>
                  <a:pt x="456140" y="130005"/>
                </a:lnTo>
                <a:lnTo>
                  <a:pt x="441467" y="138358"/>
                </a:lnTo>
                <a:lnTo>
                  <a:pt x="427191" y="146313"/>
                </a:lnTo>
                <a:lnTo>
                  <a:pt x="412915" y="155063"/>
                </a:lnTo>
                <a:lnTo>
                  <a:pt x="399036" y="163813"/>
                </a:lnTo>
                <a:lnTo>
                  <a:pt x="385156" y="172961"/>
                </a:lnTo>
                <a:lnTo>
                  <a:pt x="371277" y="182507"/>
                </a:lnTo>
                <a:lnTo>
                  <a:pt x="358190" y="192053"/>
                </a:lnTo>
                <a:lnTo>
                  <a:pt x="345104" y="201996"/>
                </a:lnTo>
                <a:lnTo>
                  <a:pt x="332018" y="212338"/>
                </a:lnTo>
                <a:lnTo>
                  <a:pt x="319328" y="222679"/>
                </a:lnTo>
                <a:lnTo>
                  <a:pt x="307035" y="233418"/>
                </a:lnTo>
                <a:lnTo>
                  <a:pt x="294741" y="244554"/>
                </a:lnTo>
                <a:lnTo>
                  <a:pt x="282448" y="256089"/>
                </a:lnTo>
                <a:lnTo>
                  <a:pt x="270948" y="267226"/>
                </a:lnTo>
                <a:lnTo>
                  <a:pt x="259448" y="278760"/>
                </a:lnTo>
                <a:lnTo>
                  <a:pt x="247948" y="291090"/>
                </a:lnTo>
                <a:lnTo>
                  <a:pt x="236844" y="303022"/>
                </a:lnTo>
                <a:lnTo>
                  <a:pt x="226137" y="315750"/>
                </a:lnTo>
                <a:lnTo>
                  <a:pt x="215826" y="328477"/>
                </a:lnTo>
                <a:lnTo>
                  <a:pt x="205516" y="341205"/>
                </a:lnTo>
                <a:lnTo>
                  <a:pt x="195602" y="354728"/>
                </a:lnTo>
                <a:lnTo>
                  <a:pt x="185688" y="367854"/>
                </a:lnTo>
                <a:lnTo>
                  <a:pt x="176170" y="381377"/>
                </a:lnTo>
                <a:lnTo>
                  <a:pt x="123825" y="390525"/>
                </a:lnTo>
                <a:lnTo>
                  <a:pt x="134135" y="373820"/>
                </a:lnTo>
                <a:lnTo>
                  <a:pt x="145239" y="357512"/>
                </a:lnTo>
                <a:lnTo>
                  <a:pt x="156739" y="341205"/>
                </a:lnTo>
                <a:lnTo>
                  <a:pt x="168239" y="325693"/>
                </a:lnTo>
                <a:lnTo>
                  <a:pt x="180136" y="310181"/>
                </a:lnTo>
                <a:lnTo>
                  <a:pt x="192826" y="295067"/>
                </a:lnTo>
                <a:lnTo>
                  <a:pt x="205516" y="280351"/>
                </a:lnTo>
                <a:lnTo>
                  <a:pt x="218602" y="265635"/>
                </a:lnTo>
                <a:lnTo>
                  <a:pt x="232085" y="251316"/>
                </a:lnTo>
                <a:lnTo>
                  <a:pt x="245965" y="237395"/>
                </a:lnTo>
                <a:lnTo>
                  <a:pt x="259844" y="223872"/>
                </a:lnTo>
                <a:lnTo>
                  <a:pt x="274517" y="210349"/>
                </a:lnTo>
                <a:lnTo>
                  <a:pt x="289190" y="197621"/>
                </a:lnTo>
                <a:lnTo>
                  <a:pt x="303862" y="184893"/>
                </a:lnTo>
                <a:lnTo>
                  <a:pt x="319328" y="172961"/>
                </a:lnTo>
                <a:lnTo>
                  <a:pt x="334794" y="160631"/>
                </a:lnTo>
                <a:lnTo>
                  <a:pt x="350656" y="149495"/>
                </a:lnTo>
                <a:lnTo>
                  <a:pt x="366518" y="138358"/>
                </a:lnTo>
                <a:lnTo>
                  <a:pt x="383174" y="127619"/>
                </a:lnTo>
                <a:lnTo>
                  <a:pt x="399829" y="116880"/>
                </a:lnTo>
                <a:lnTo>
                  <a:pt x="416881" y="106936"/>
                </a:lnTo>
                <a:lnTo>
                  <a:pt x="433933" y="97391"/>
                </a:lnTo>
                <a:lnTo>
                  <a:pt x="451778" y="88640"/>
                </a:lnTo>
                <a:lnTo>
                  <a:pt x="469227" y="79890"/>
                </a:lnTo>
                <a:lnTo>
                  <a:pt x="487072" y="71140"/>
                </a:lnTo>
                <a:lnTo>
                  <a:pt x="505710" y="63185"/>
                </a:lnTo>
                <a:lnTo>
                  <a:pt x="523951" y="56026"/>
                </a:lnTo>
                <a:lnTo>
                  <a:pt x="542193" y="48867"/>
                </a:lnTo>
                <a:lnTo>
                  <a:pt x="561228" y="42105"/>
                </a:lnTo>
                <a:lnTo>
                  <a:pt x="580263" y="36139"/>
                </a:lnTo>
                <a:lnTo>
                  <a:pt x="599694" y="30570"/>
                </a:lnTo>
                <a:lnTo>
                  <a:pt x="619125" y="25400"/>
                </a:lnTo>
                <a:close/>
                <a:moveTo>
                  <a:pt x="824315" y="0"/>
                </a:moveTo>
                <a:lnTo>
                  <a:pt x="846110" y="792"/>
                </a:lnTo>
                <a:lnTo>
                  <a:pt x="868300" y="1585"/>
                </a:lnTo>
                <a:lnTo>
                  <a:pt x="889699" y="2774"/>
                </a:lnTo>
                <a:lnTo>
                  <a:pt x="911097" y="4756"/>
                </a:lnTo>
                <a:lnTo>
                  <a:pt x="932495" y="7530"/>
                </a:lnTo>
                <a:lnTo>
                  <a:pt x="953497" y="10700"/>
                </a:lnTo>
                <a:lnTo>
                  <a:pt x="974499" y="13871"/>
                </a:lnTo>
                <a:lnTo>
                  <a:pt x="995500" y="18230"/>
                </a:lnTo>
                <a:lnTo>
                  <a:pt x="1020861" y="63806"/>
                </a:lnTo>
                <a:lnTo>
                  <a:pt x="1084263" y="178339"/>
                </a:lnTo>
                <a:lnTo>
                  <a:pt x="1071187" y="183491"/>
                </a:lnTo>
                <a:lnTo>
                  <a:pt x="1015710" y="204892"/>
                </a:lnTo>
                <a:lnTo>
                  <a:pt x="847298" y="270679"/>
                </a:lnTo>
                <a:lnTo>
                  <a:pt x="827882" y="277813"/>
                </a:lnTo>
                <a:lnTo>
                  <a:pt x="808465" y="270679"/>
                </a:lnTo>
                <a:lnTo>
                  <a:pt x="636883" y="203703"/>
                </a:lnTo>
                <a:lnTo>
                  <a:pt x="581010" y="181906"/>
                </a:lnTo>
                <a:lnTo>
                  <a:pt x="571500" y="178339"/>
                </a:lnTo>
                <a:lnTo>
                  <a:pt x="630147" y="63409"/>
                </a:lnTo>
                <a:lnTo>
                  <a:pt x="653130" y="18230"/>
                </a:lnTo>
                <a:lnTo>
                  <a:pt x="673736" y="13871"/>
                </a:lnTo>
                <a:lnTo>
                  <a:pt x="694738" y="10700"/>
                </a:lnTo>
                <a:lnTo>
                  <a:pt x="716136" y="7530"/>
                </a:lnTo>
                <a:lnTo>
                  <a:pt x="737534" y="4756"/>
                </a:lnTo>
                <a:lnTo>
                  <a:pt x="758932" y="2774"/>
                </a:lnTo>
                <a:lnTo>
                  <a:pt x="780726" y="1585"/>
                </a:lnTo>
                <a:lnTo>
                  <a:pt x="802125" y="792"/>
                </a:lnTo>
                <a:lnTo>
                  <a:pt x="8243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defTabSz="914400"/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3996690" y="2333785"/>
            <a:ext cx="6636085" cy="8761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语言风格：生动有趣，条理清晰，层次分明</a:t>
            </a:r>
            <a:endParaRPr sz="18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3" name="KSO_Shape"/>
          <p:cNvSpPr/>
          <p:nvPr>
            <p:custDataLst>
              <p:tags r:id="rId13"/>
            </p:custDataLst>
          </p:nvPr>
        </p:nvSpPr>
        <p:spPr bwMode="auto">
          <a:xfrm>
            <a:off x="3369296" y="3652926"/>
            <a:ext cx="504017" cy="504016"/>
          </a:xfrm>
          <a:custGeom>
            <a:avLst/>
            <a:gdLst>
              <a:gd name="T0" fmla="*/ 956359 w 1647825"/>
              <a:gd name="T1" fmla="*/ 1636826 h 1647826"/>
              <a:gd name="T2" fmla="*/ 747857 w 1647825"/>
              <a:gd name="T3" fmla="*/ 1644290 h 1647826"/>
              <a:gd name="T4" fmla="*/ 552064 w 1647825"/>
              <a:gd name="T5" fmla="*/ 1602253 h 1647826"/>
              <a:gd name="T6" fmla="*/ 715689 w 1647825"/>
              <a:gd name="T7" fmla="*/ 1601861 h 1647826"/>
              <a:gd name="T8" fmla="*/ 887256 w 1647825"/>
              <a:gd name="T9" fmla="*/ 1606575 h 1647826"/>
              <a:gd name="T10" fmla="*/ 1054454 w 1647825"/>
              <a:gd name="T11" fmla="*/ 1574360 h 1647826"/>
              <a:gd name="T12" fmla="*/ 824299 w 1647825"/>
              <a:gd name="T13" fmla="*/ 1511300 h 1647826"/>
              <a:gd name="T14" fmla="*/ 704546 w 1647825"/>
              <a:gd name="T15" fmla="*/ 1461552 h 1647826"/>
              <a:gd name="T16" fmla="*/ 930127 w 1647825"/>
              <a:gd name="T17" fmla="*/ 1463902 h 1647826"/>
              <a:gd name="T18" fmla="*/ 1356122 w 1647825"/>
              <a:gd name="T19" fmla="*/ 1452828 h 1647826"/>
              <a:gd name="T20" fmla="*/ 1149747 w 1647825"/>
              <a:gd name="T21" fmla="*/ 1581151 h 1647826"/>
              <a:gd name="T22" fmla="*/ 515270 w 1647825"/>
              <a:gd name="T23" fmla="*/ 1266356 h 1647826"/>
              <a:gd name="T24" fmla="*/ 425814 w 1647825"/>
              <a:gd name="T25" fmla="*/ 1545074 h 1647826"/>
              <a:gd name="T26" fmla="*/ 236961 w 1647825"/>
              <a:gd name="T27" fmla="*/ 1401552 h 1647826"/>
              <a:gd name="T28" fmla="*/ 652180 w 1647825"/>
              <a:gd name="T29" fmla="*/ 1071563 h 1647826"/>
              <a:gd name="T30" fmla="*/ 198520 w 1647825"/>
              <a:gd name="T31" fmla="*/ 994251 h 1647826"/>
              <a:gd name="T32" fmla="*/ 228545 w 1647825"/>
              <a:gd name="T33" fmla="*/ 1165580 h 1647826"/>
              <a:gd name="T34" fmla="*/ 158888 w 1647825"/>
              <a:gd name="T35" fmla="*/ 998634 h 1647826"/>
              <a:gd name="T36" fmla="*/ 1499776 w 1647825"/>
              <a:gd name="T37" fmla="*/ 943174 h 1647826"/>
              <a:gd name="T38" fmla="*/ 1443657 w 1647825"/>
              <a:gd name="T39" fmla="*/ 1118941 h 1647826"/>
              <a:gd name="T40" fmla="*/ 1430523 w 1647825"/>
              <a:gd name="T41" fmla="*/ 1050060 h 1647826"/>
              <a:gd name="T42" fmla="*/ 1647825 w 1647825"/>
              <a:gd name="T43" fmla="*/ 804876 h 1647826"/>
              <a:gd name="T44" fmla="*/ 1627188 w 1647825"/>
              <a:gd name="T45" fmla="*/ 1006630 h 1647826"/>
              <a:gd name="T46" fmla="*/ 1562100 w 1647825"/>
              <a:gd name="T47" fmla="*/ 1190116 h 1647826"/>
              <a:gd name="T48" fmla="*/ 1456928 w 1647825"/>
              <a:gd name="T49" fmla="*/ 1350963 h 1647826"/>
              <a:gd name="T50" fmla="*/ 1529556 w 1647825"/>
              <a:gd name="T51" fmla="*/ 1167081 h 1647826"/>
              <a:gd name="T52" fmla="*/ 1588294 w 1647825"/>
              <a:gd name="T53" fmla="*/ 1003056 h 1647826"/>
              <a:gd name="T54" fmla="*/ 1608931 w 1647825"/>
              <a:gd name="T55" fmla="*/ 823940 h 1647826"/>
              <a:gd name="T56" fmla="*/ 45244 w 1647825"/>
              <a:gd name="T57" fmla="*/ 926307 h 1647826"/>
              <a:gd name="T58" fmla="*/ 89297 w 1647825"/>
              <a:gd name="T59" fmla="*/ 1101726 h 1647826"/>
              <a:gd name="T60" fmla="*/ 170260 w 1647825"/>
              <a:gd name="T61" fmla="*/ 1259285 h 1647826"/>
              <a:gd name="T62" fmla="*/ 135335 w 1647825"/>
              <a:gd name="T63" fmla="*/ 1276748 h 1647826"/>
              <a:gd name="T64" fmla="*/ 46831 w 1647825"/>
              <a:gd name="T65" fmla="*/ 1098948 h 1647826"/>
              <a:gd name="T66" fmla="*/ 3175 w 1647825"/>
              <a:gd name="T67" fmla="*/ 900907 h 1647826"/>
              <a:gd name="T68" fmla="*/ 1314889 w 1647825"/>
              <a:gd name="T69" fmla="*/ 671513 h 1647826"/>
              <a:gd name="T70" fmla="*/ 987105 w 1647825"/>
              <a:gd name="T71" fmla="*/ 1046163 h 1647826"/>
              <a:gd name="T72" fmla="*/ 1540533 w 1647825"/>
              <a:gd name="T73" fmla="*/ 418281 h 1647826"/>
              <a:gd name="T74" fmla="*/ 1626767 w 1647825"/>
              <a:gd name="T75" fmla="*/ 640748 h 1647826"/>
              <a:gd name="T76" fmla="*/ 1341437 w 1647825"/>
              <a:gd name="T77" fmla="*/ 662559 h 1647826"/>
              <a:gd name="T78" fmla="*/ 175991 w 1647825"/>
              <a:gd name="T79" fmla="*/ 833870 h 1647826"/>
              <a:gd name="T80" fmla="*/ 31713 w 1647825"/>
              <a:gd name="T81" fmla="*/ 595541 h 1647826"/>
              <a:gd name="T82" fmla="*/ 293316 w 1647825"/>
              <a:gd name="T83" fmla="*/ 387350 h 1647826"/>
              <a:gd name="T84" fmla="*/ 1155020 w 1647825"/>
              <a:gd name="T85" fmla="*/ 223001 h 1647826"/>
              <a:gd name="T86" fmla="*/ 1312138 w 1647825"/>
              <a:gd name="T87" fmla="*/ 341854 h 1647826"/>
              <a:gd name="T88" fmla="*/ 1208052 w 1647825"/>
              <a:gd name="T89" fmla="*/ 302633 h 1647826"/>
              <a:gd name="T90" fmla="*/ 598488 w 1647825"/>
              <a:gd name="T91" fmla="*/ 217164 h 1647826"/>
              <a:gd name="T92" fmla="*/ 395220 w 1647825"/>
              <a:gd name="T93" fmla="*/ 338651 h 1647826"/>
              <a:gd name="T94" fmla="*/ 380872 w 1647825"/>
              <a:gd name="T95" fmla="*/ 299616 h 1647826"/>
              <a:gd name="T96" fmla="*/ 545878 w 1647825"/>
              <a:gd name="T97" fmla="*/ 196850 h 1647826"/>
              <a:gd name="T98" fmla="*/ 1212850 w 1647825"/>
              <a:gd name="T99" fmla="*/ 97392 h 1647826"/>
              <a:gd name="T100" fmla="*/ 1386682 w 1647825"/>
              <a:gd name="T101" fmla="*/ 223079 h 1647826"/>
              <a:gd name="T102" fmla="*/ 1522413 w 1647825"/>
              <a:gd name="T103" fmla="*/ 388938 h 1647826"/>
              <a:gd name="T104" fmla="*/ 1364457 w 1647825"/>
              <a:gd name="T105" fmla="*/ 255694 h 1647826"/>
              <a:gd name="T106" fmla="*/ 1221582 w 1647825"/>
              <a:gd name="T107" fmla="*/ 147507 h 1647826"/>
              <a:gd name="T108" fmla="*/ 1055291 w 1647825"/>
              <a:gd name="T109" fmla="*/ 73527 h 1647826"/>
              <a:gd name="T110" fmla="*/ 470813 w 1647825"/>
              <a:gd name="T111" fmla="*/ 122846 h 1647826"/>
              <a:gd name="T112" fmla="*/ 319328 w 1647825"/>
              <a:gd name="T113" fmla="*/ 222679 h 1647826"/>
              <a:gd name="T114" fmla="*/ 195602 w 1647825"/>
              <a:gd name="T115" fmla="*/ 354728 h 1647826"/>
              <a:gd name="T116" fmla="*/ 218602 w 1647825"/>
              <a:gd name="T117" fmla="*/ 265635 h 1647826"/>
              <a:gd name="T118" fmla="*/ 383174 w 1647825"/>
              <a:gd name="T119" fmla="*/ 127619 h 1647826"/>
              <a:gd name="T120" fmla="*/ 580263 w 1647825"/>
              <a:gd name="T121" fmla="*/ 36139 h 1647826"/>
              <a:gd name="T122" fmla="*/ 995500 w 1647825"/>
              <a:gd name="T123" fmla="*/ 18230 h 1647826"/>
              <a:gd name="T124" fmla="*/ 630147 w 1647825"/>
              <a:gd name="T125" fmla="*/ 63409 h 1647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47825" h="1647826">
                <a:moveTo>
                  <a:pt x="1069148" y="1570038"/>
                </a:moveTo>
                <a:lnTo>
                  <a:pt x="1117600" y="1593610"/>
                </a:lnTo>
                <a:lnTo>
                  <a:pt x="1100126" y="1600289"/>
                </a:lnTo>
                <a:lnTo>
                  <a:pt x="1082651" y="1606182"/>
                </a:lnTo>
                <a:lnTo>
                  <a:pt x="1065177" y="1611682"/>
                </a:lnTo>
                <a:lnTo>
                  <a:pt x="1047305" y="1616790"/>
                </a:lnTo>
                <a:lnTo>
                  <a:pt x="1029831" y="1621504"/>
                </a:lnTo>
                <a:lnTo>
                  <a:pt x="1011562" y="1626218"/>
                </a:lnTo>
                <a:lnTo>
                  <a:pt x="993293" y="1630147"/>
                </a:lnTo>
                <a:lnTo>
                  <a:pt x="974628" y="1634076"/>
                </a:lnTo>
                <a:lnTo>
                  <a:pt x="956359" y="1636826"/>
                </a:lnTo>
                <a:lnTo>
                  <a:pt x="937693" y="1639969"/>
                </a:lnTo>
                <a:lnTo>
                  <a:pt x="919027" y="1641933"/>
                </a:lnTo>
                <a:lnTo>
                  <a:pt x="899964" y="1644290"/>
                </a:lnTo>
                <a:lnTo>
                  <a:pt x="880901" y="1645469"/>
                </a:lnTo>
                <a:lnTo>
                  <a:pt x="862235" y="1646648"/>
                </a:lnTo>
                <a:lnTo>
                  <a:pt x="842775" y="1647826"/>
                </a:lnTo>
                <a:lnTo>
                  <a:pt x="823315" y="1647826"/>
                </a:lnTo>
                <a:lnTo>
                  <a:pt x="804252" y="1647826"/>
                </a:lnTo>
                <a:lnTo>
                  <a:pt x="785586" y="1646648"/>
                </a:lnTo>
                <a:lnTo>
                  <a:pt x="766523" y="1645862"/>
                </a:lnTo>
                <a:lnTo>
                  <a:pt x="747857" y="1644290"/>
                </a:lnTo>
                <a:lnTo>
                  <a:pt x="729986" y="1642326"/>
                </a:lnTo>
                <a:lnTo>
                  <a:pt x="711320" y="1640362"/>
                </a:lnTo>
                <a:lnTo>
                  <a:pt x="693051" y="1637219"/>
                </a:lnTo>
                <a:lnTo>
                  <a:pt x="674782" y="1634469"/>
                </a:lnTo>
                <a:lnTo>
                  <a:pt x="656911" y="1630933"/>
                </a:lnTo>
                <a:lnTo>
                  <a:pt x="639039" y="1627004"/>
                </a:lnTo>
                <a:lnTo>
                  <a:pt x="621168" y="1622683"/>
                </a:lnTo>
                <a:lnTo>
                  <a:pt x="603693" y="1617968"/>
                </a:lnTo>
                <a:lnTo>
                  <a:pt x="586219" y="1613254"/>
                </a:lnTo>
                <a:lnTo>
                  <a:pt x="569142" y="1607754"/>
                </a:lnTo>
                <a:lnTo>
                  <a:pt x="552064" y="1602253"/>
                </a:lnTo>
                <a:lnTo>
                  <a:pt x="534987" y="1596360"/>
                </a:lnTo>
                <a:lnTo>
                  <a:pt x="583439" y="1572003"/>
                </a:lnTo>
                <a:lnTo>
                  <a:pt x="597736" y="1576324"/>
                </a:lnTo>
                <a:lnTo>
                  <a:pt x="612033" y="1580646"/>
                </a:lnTo>
                <a:lnTo>
                  <a:pt x="626728" y="1584182"/>
                </a:lnTo>
                <a:lnTo>
                  <a:pt x="640628" y="1587717"/>
                </a:lnTo>
                <a:lnTo>
                  <a:pt x="655322" y="1591253"/>
                </a:lnTo>
                <a:lnTo>
                  <a:pt x="670811" y="1594396"/>
                </a:lnTo>
                <a:lnTo>
                  <a:pt x="685505" y="1597146"/>
                </a:lnTo>
                <a:lnTo>
                  <a:pt x="700597" y="1599896"/>
                </a:lnTo>
                <a:lnTo>
                  <a:pt x="715689" y="1601861"/>
                </a:lnTo>
                <a:lnTo>
                  <a:pt x="730780" y="1603432"/>
                </a:lnTo>
                <a:lnTo>
                  <a:pt x="745872" y="1605396"/>
                </a:lnTo>
                <a:lnTo>
                  <a:pt x="760963" y="1606575"/>
                </a:lnTo>
                <a:lnTo>
                  <a:pt x="776452" y="1607754"/>
                </a:lnTo>
                <a:lnTo>
                  <a:pt x="791941" y="1608932"/>
                </a:lnTo>
                <a:lnTo>
                  <a:pt x="807429" y="1609325"/>
                </a:lnTo>
                <a:lnTo>
                  <a:pt x="823315" y="1609325"/>
                </a:lnTo>
                <a:lnTo>
                  <a:pt x="839201" y="1609325"/>
                </a:lnTo>
                <a:lnTo>
                  <a:pt x="855087" y="1608147"/>
                </a:lnTo>
                <a:lnTo>
                  <a:pt x="870973" y="1607754"/>
                </a:lnTo>
                <a:lnTo>
                  <a:pt x="887256" y="1606575"/>
                </a:lnTo>
                <a:lnTo>
                  <a:pt x="902744" y="1605396"/>
                </a:lnTo>
                <a:lnTo>
                  <a:pt x="918233" y="1603432"/>
                </a:lnTo>
                <a:lnTo>
                  <a:pt x="933722" y="1601468"/>
                </a:lnTo>
                <a:lnTo>
                  <a:pt x="949210" y="1598718"/>
                </a:lnTo>
                <a:lnTo>
                  <a:pt x="964699" y="1596360"/>
                </a:lnTo>
                <a:lnTo>
                  <a:pt x="980188" y="1593218"/>
                </a:lnTo>
                <a:lnTo>
                  <a:pt x="995279" y="1590467"/>
                </a:lnTo>
                <a:lnTo>
                  <a:pt x="1010371" y="1586932"/>
                </a:lnTo>
                <a:lnTo>
                  <a:pt x="1025065" y="1583003"/>
                </a:lnTo>
                <a:lnTo>
                  <a:pt x="1039760" y="1578681"/>
                </a:lnTo>
                <a:lnTo>
                  <a:pt x="1054454" y="1574360"/>
                </a:lnTo>
                <a:lnTo>
                  <a:pt x="1069148" y="1570038"/>
                </a:lnTo>
                <a:close/>
                <a:moveTo>
                  <a:pt x="990600" y="1450975"/>
                </a:moveTo>
                <a:lnTo>
                  <a:pt x="960761" y="1497590"/>
                </a:lnTo>
                <a:lnTo>
                  <a:pt x="944450" y="1500332"/>
                </a:lnTo>
                <a:lnTo>
                  <a:pt x="927740" y="1503466"/>
                </a:lnTo>
                <a:lnTo>
                  <a:pt x="910632" y="1505424"/>
                </a:lnTo>
                <a:lnTo>
                  <a:pt x="893923" y="1507775"/>
                </a:lnTo>
                <a:lnTo>
                  <a:pt x="876417" y="1508950"/>
                </a:lnTo>
                <a:lnTo>
                  <a:pt x="859310" y="1510125"/>
                </a:lnTo>
                <a:lnTo>
                  <a:pt x="841804" y="1510909"/>
                </a:lnTo>
                <a:lnTo>
                  <a:pt x="824299" y="1511300"/>
                </a:lnTo>
                <a:lnTo>
                  <a:pt x="807589" y="1510909"/>
                </a:lnTo>
                <a:lnTo>
                  <a:pt x="791675" y="1510125"/>
                </a:lnTo>
                <a:lnTo>
                  <a:pt x="775363" y="1508950"/>
                </a:lnTo>
                <a:lnTo>
                  <a:pt x="759051" y="1507775"/>
                </a:lnTo>
                <a:lnTo>
                  <a:pt x="743137" y="1506208"/>
                </a:lnTo>
                <a:lnTo>
                  <a:pt x="727223" y="1503858"/>
                </a:lnTo>
                <a:lnTo>
                  <a:pt x="711707" y="1501899"/>
                </a:lnTo>
                <a:lnTo>
                  <a:pt x="695395" y="1498765"/>
                </a:lnTo>
                <a:lnTo>
                  <a:pt x="666750" y="1453326"/>
                </a:lnTo>
                <a:lnTo>
                  <a:pt x="685449" y="1458026"/>
                </a:lnTo>
                <a:lnTo>
                  <a:pt x="704546" y="1461552"/>
                </a:lnTo>
                <a:lnTo>
                  <a:pt x="724041" y="1465077"/>
                </a:lnTo>
                <a:lnTo>
                  <a:pt x="743933" y="1467819"/>
                </a:lnTo>
                <a:lnTo>
                  <a:pt x="763428" y="1469778"/>
                </a:lnTo>
                <a:lnTo>
                  <a:pt x="783718" y="1471345"/>
                </a:lnTo>
                <a:lnTo>
                  <a:pt x="803611" y="1472520"/>
                </a:lnTo>
                <a:lnTo>
                  <a:pt x="824299" y="1472520"/>
                </a:lnTo>
                <a:lnTo>
                  <a:pt x="845783" y="1472520"/>
                </a:lnTo>
                <a:lnTo>
                  <a:pt x="866869" y="1470953"/>
                </a:lnTo>
                <a:lnTo>
                  <a:pt x="888353" y="1469386"/>
                </a:lnTo>
                <a:lnTo>
                  <a:pt x="909439" y="1467428"/>
                </a:lnTo>
                <a:lnTo>
                  <a:pt x="930127" y="1463902"/>
                </a:lnTo>
                <a:lnTo>
                  <a:pt x="950417" y="1460377"/>
                </a:lnTo>
                <a:lnTo>
                  <a:pt x="970708" y="1456068"/>
                </a:lnTo>
                <a:lnTo>
                  <a:pt x="990600" y="1450975"/>
                </a:lnTo>
                <a:close/>
                <a:moveTo>
                  <a:pt x="1402556" y="1195388"/>
                </a:moveTo>
                <a:lnTo>
                  <a:pt x="1425972" y="1326889"/>
                </a:lnTo>
                <a:lnTo>
                  <a:pt x="1435100" y="1376153"/>
                </a:lnTo>
                <a:lnTo>
                  <a:pt x="1420019" y="1392044"/>
                </a:lnTo>
                <a:lnTo>
                  <a:pt x="1404541" y="1408333"/>
                </a:lnTo>
                <a:lnTo>
                  <a:pt x="1389063" y="1423429"/>
                </a:lnTo>
                <a:lnTo>
                  <a:pt x="1372394" y="1438526"/>
                </a:lnTo>
                <a:lnTo>
                  <a:pt x="1356122" y="1452828"/>
                </a:lnTo>
                <a:lnTo>
                  <a:pt x="1339056" y="1467131"/>
                </a:lnTo>
                <a:lnTo>
                  <a:pt x="1321594" y="1480241"/>
                </a:lnTo>
                <a:lnTo>
                  <a:pt x="1303734" y="1493749"/>
                </a:lnTo>
                <a:lnTo>
                  <a:pt x="1285875" y="1506462"/>
                </a:lnTo>
                <a:lnTo>
                  <a:pt x="1267619" y="1518380"/>
                </a:lnTo>
                <a:lnTo>
                  <a:pt x="1248569" y="1529902"/>
                </a:lnTo>
                <a:lnTo>
                  <a:pt x="1229519" y="1541423"/>
                </a:lnTo>
                <a:lnTo>
                  <a:pt x="1210072" y="1552149"/>
                </a:lnTo>
                <a:lnTo>
                  <a:pt x="1190228" y="1562082"/>
                </a:lnTo>
                <a:lnTo>
                  <a:pt x="1170384" y="1572014"/>
                </a:lnTo>
                <a:lnTo>
                  <a:pt x="1149747" y="1581151"/>
                </a:lnTo>
                <a:lnTo>
                  <a:pt x="1103709" y="1557711"/>
                </a:lnTo>
                <a:lnTo>
                  <a:pt x="989012" y="1500503"/>
                </a:lnTo>
                <a:lnTo>
                  <a:pt x="996553" y="1489379"/>
                </a:lnTo>
                <a:lnTo>
                  <a:pt x="1027906" y="1439321"/>
                </a:lnTo>
                <a:lnTo>
                  <a:pt x="1136253" y="1267694"/>
                </a:lnTo>
                <a:lnTo>
                  <a:pt x="1342628" y="1211279"/>
                </a:lnTo>
                <a:lnTo>
                  <a:pt x="1400969" y="1195785"/>
                </a:lnTo>
                <a:lnTo>
                  <a:pt x="1402556" y="1195388"/>
                </a:lnTo>
                <a:close/>
                <a:moveTo>
                  <a:pt x="252864" y="1195388"/>
                </a:moveTo>
                <a:lnTo>
                  <a:pt x="302960" y="1209265"/>
                </a:lnTo>
                <a:lnTo>
                  <a:pt x="515270" y="1266356"/>
                </a:lnTo>
                <a:lnTo>
                  <a:pt x="518849" y="1267545"/>
                </a:lnTo>
                <a:lnTo>
                  <a:pt x="537137" y="1295695"/>
                </a:lnTo>
                <a:lnTo>
                  <a:pt x="629775" y="1441992"/>
                </a:lnTo>
                <a:lnTo>
                  <a:pt x="660786" y="1491154"/>
                </a:lnTo>
                <a:lnTo>
                  <a:pt x="666750" y="1500669"/>
                </a:lnTo>
                <a:lnTo>
                  <a:pt x="550655" y="1559743"/>
                </a:lnTo>
                <a:lnTo>
                  <a:pt x="504138" y="1582738"/>
                </a:lnTo>
                <a:lnTo>
                  <a:pt x="484259" y="1574412"/>
                </a:lnTo>
                <a:lnTo>
                  <a:pt x="464379" y="1564897"/>
                </a:lnTo>
                <a:lnTo>
                  <a:pt x="444898" y="1555382"/>
                </a:lnTo>
                <a:lnTo>
                  <a:pt x="425814" y="1545074"/>
                </a:lnTo>
                <a:lnTo>
                  <a:pt x="407127" y="1533973"/>
                </a:lnTo>
                <a:lnTo>
                  <a:pt x="388441" y="1522871"/>
                </a:lnTo>
                <a:lnTo>
                  <a:pt x="370152" y="1511374"/>
                </a:lnTo>
                <a:lnTo>
                  <a:pt x="352260" y="1498687"/>
                </a:lnTo>
                <a:lnTo>
                  <a:pt x="334767" y="1486396"/>
                </a:lnTo>
                <a:lnTo>
                  <a:pt x="317671" y="1473313"/>
                </a:lnTo>
                <a:lnTo>
                  <a:pt x="300972" y="1459833"/>
                </a:lnTo>
                <a:lnTo>
                  <a:pt x="284671" y="1445560"/>
                </a:lnTo>
                <a:lnTo>
                  <a:pt x="267972" y="1431287"/>
                </a:lnTo>
                <a:lnTo>
                  <a:pt x="252467" y="1416618"/>
                </a:lnTo>
                <a:lnTo>
                  <a:pt x="236961" y="1401552"/>
                </a:lnTo>
                <a:lnTo>
                  <a:pt x="222250" y="1386090"/>
                </a:lnTo>
                <a:lnTo>
                  <a:pt x="230202" y="1336531"/>
                </a:lnTo>
                <a:lnTo>
                  <a:pt x="251671" y="1203318"/>
                </a:lnTo>
                <a:lnTo>
                  <a:pt x="252864" y="1195388"/>
                </a:lnTo>
                <a:close/>
                <a:moveTo>
                  <a:pt x="950912" y="1071563"/>
                </a:moveTo>
                <a:lnTo>
                  <a:pt x="998316" y="1071563"/>
                </a:lnTo>
                <a:lnTo>
                  <a:pt x="1120775" y="1245264"/>
                </a:lnTo>
                <a:lnTo>
                  <a:pt x="1119590" y="1245662"/>
                </a:lnTo>
                <a:lnTo>
                  <a:pt x="1095888" y="1279526"/>
                </a:lnTo>
                <a:lnTo>
                  <a:pt x="950912" y="1071563"/>
                </a:lnTo>
                <a:close/>
                <a:moveTo>
                  <a:pt x="652180" y="1071563"/>
                </a:moveTo>
                <a:lnTo>
                  <a:pt x="700087" y="1071563"/>
                </a:lnTo>
                <a:lnTo>
                  <a:pt x="554783" y="1276351"/>
                </a:lnTo>
                <a:lnTo>
                  <a:pt x="534987" y="1244662"/>
                </a:lnTo>
                <a:lnTo>
                  <a:pt x="652180" y="1071563"/>
                </a:lnTo>
                <a:close/>
                <a:moveTo>
                  <a:pt x="177703" y="873125"/>
                </a:moveTo>
                <a:lnTo>
                  <a:pt x="179305" y="893844"/>
                </a:lnTo>
                <a:lnTo>
                  <a:pt x="182107" y="914164"/>
                </a:lnTo>
                <a:lnTo>
                  <a:pt x="185710" y="934485"/>
                </a:lnTo>
                <a:lnTo>
                  <a:pt x="188913" y="954805"/>
                </a:lnTo>
                <a:lnTo>
                  <a:pt x="193716" y="974727"/>
                </a:lnTo>
                <a:lnTo>
                  <a:pt x="198520" y="994251"/>
                </a:lnTo>
                <a:lnTo>
                  <a:pt x="204125" y="1013774"/>
                </a:lnTo>
                <a:lnTo>
                  <a:pt x="210931" y="1032899"/>
                </a:lnTo>
                <a:lnTo>
                  <a:pt x="217336" y="1052025"/>
                </a:lnTo>
                <a:lnTo>
                  <a:pt x="224942" y="1070751"/>
                </a:lnTo>
                <a:lnTo>
                  <a:pt x="232949" y="1089478"/>
                </a:lnTo>
                <a:lnTo>
                  <a:pt x="241356" y="1107009"/>
                </a:lnTo>
                <a:lnTo>
                  <a:pt x="250563" y="1124939"/>
                </a:lnTo>
                <a:lnTo>
                  <a:pt x="260171" y="1142470"/>
                </a:lnTo>
                <a:lnTo>
                  <a:pt x="270179" y="1159603"/>
                </a:lnTo>
                <a:lnTo>
                  <a:pt x="280988" y="1176338"/>
                </a:lnTo>
                <a:lnTo>
                  <a:pt x="228545" y="1165580"/>
                </a:lnTo>
                <a:lnTo>
                  <a:pt x="220538" y="1151236"/>
                </a:lnTo>
                <a:lnTo>
                  <a:pt x="212532" y="1136494"/>
                </a:lnTo>
                <a:lnTo>
                  <a:pt x="205326" y="1121752"/>
                </a:lnTo>
                <a:lnTo>
                  <a:pt x="198120" y="1107009"/>
                </a:lnTo>
                <a:lnTo>
                  <a:pt x="191315" y="1091869"/>
                </a:lnTo>
                <a:lnTo>
                  <a:pt x="185310" y="1076728"/>
                </a:lnTo>
                <a:lnTo>
                  <a:pt x="178904" y="1061587"/>
                </a:lnTo>
                <a:lnTo>
                  <a:pt x="173300" y="1046048"/>
                </a:lnTo>
                <a:lnTo>
                  <a:pt x="168096" y="1030509"/>
                </a:lnTo>
                <a:lnTo>
                  <a:pt x="163292" y="1014571"/>
                </a:lnTo>
                <a:lnTo>
                  <a:pt x="158888" y="998634"/>
                </a:lnTo>
                <a:lnTo>
                  <a:pt x="154885" y="982297"/>
                </a:lnTo>
                <a:lnTo>
                  <a:pt x="151282" y="966360"/>
                </a:lnTo>
                <a:lnTo>
                  <a:pt x="148079" y="949227"/>
                </a:lnTo>
                <a:lnTo>
                  <a:pt x="144877" y="932492"/>
                </a:lnTo>
                <a:lnTo>
                  <a:pt x="142875" y="915360"/>
                </a:lnTo>
                <a:lnTo>
                  <a:pt x="143275" y="915758"/>
                </a:lnTo>
                <a:lnTo>
                  <a:pt x="177703" y="873125"/>
                </a:lnTo>
                <a:close/>
                <a:moveTo>
                  <a:pt x="1469926" y="865188"/>
                </a:moveTo>
                <a:lnTo>
                  <a:pt x="1504950" y="909130"/>
                </a:lnTo>
                <a:lnTo>
                  <a:pt x="1502960" y="925756"/>
                </a:lnTo>
                <a:lnTo>
                  <a:pt x="1499776" y="943174"/>
                </a:lnTo>
                <a:lnTo>
                  <a:pt x="1496990" y="959801"/>
                </a:lnTo>
                <a:lnTo>
                  <a:pt x="1493408" y="976428"/>
                </a:lnTo>
                <a:lnTo>
                  <a:pt x="1489428" y="993054"/>
                </a:lnTo>
                <a:lnTo>
                  <a:pt x="1484652" y="1009285"/>
                </a:lnTo>
                <a:lnTo>
                  <a:pt x="1479876" y="1025516"/>
                </a:lnTo>
                <a:lnTo>
                  <a:pt x="1474702" y="1041350"/>
                </a:lnTo>
                <a:lnTo>
                  <a:pt x="1469528" y="1057185"/>
                </a:lnTo>
                <a:lnTo>
                  <a:pt x="1463558" y="1073020"/>
                </a:lnTo>
                <a:lnTo>
                  <a:pt x="1457190" y="1088855"/>
                </a:lnTo>
                <a:lnTo>
                  <a:pt x="1450423" y="1103898"/>
                </a:lnTo>
                <a:lnTo>
                  <a:pt x="1443657" y="1118941"/>
                </a:lnTo>
                <a:lnTo>
                  <a:pt x="1435697" y="1133984"/>
                </a:lnTo>
                <a:lnTo>
                  <a:pt x="1428533" y="1148631"/>
                </a:lnTo>
                <a:lnTo>
                  <a:pt x="1420175" y="1162883"/>
                </a:lnTo>
                <a:lnTo>
                  <a:pt x="1365250" y="1177926"/>
                </a:lnTo>
                <a:lnTo>
                  <a:pt x="1376394" y="1160508"/>
                </a:lnTo>
                <a:lnTo>
                  <a:pt x="1386743" y="1143089"/>
                </a:lnTo>
                <a:lnTo>
                  <a:pt x="1396693" y="1124879"/>
                </a:lnTo>
                <a:lnTo>
                  <a:pt x="1405847" y="1106669"/>
                </a:lnTo>
                <a:lnTo>
                  <a:pt x="1414603" y="1088063"/>
                </a:lnTo>
                <a:lnTo>
                  <a:pt x="1422961" y="1069457"/>
                </a:lnTo>
                <a:lnTo>
                  <a:pt x="1430523" y="1050060"/>
                </a:lnTo>
                <a:lnTo>
                  <a:pt x="1437687" y="1030662"/>
                </a:lnTo>
                <a:lnTo>
                  <a:pt x="1444055" y="1010868"/>
                </a:lnTo>
                <a:lnTo>
                  <a:pt x="1449627" y="990283"/>
                </a:lnTo>
                <a:lnTo>
                  <a:pt x="1454802" y="970094"/>
                </a:lnTo>
                <a:lnTo>
                  <a:pt x="1459180" y="949508"/>
                </a:lnTo>
                <a:lnTo>
                  <a:pt x="1463160" y="928923"/>
                </a:lnTo>
                <a:lnTo>
                  <a:pt x="1466344" y="907942"/>
                </a:lnTo>
                <a:lnTo>
                  <a:pt x="1468334" y="886565"/>
                </a:lnTo>
                <a:lnTo>
                  <a:pt x="1469926" y="865188"/>
                </a:lnTo>
                <a:close/>
                <a:moveTo>
                  <a:pt x="1646635" y="785813"/>
                </a:moveTo>
                <a:lnTo>
                  <a:pt x="1647825" y="804876"/>
                </a:lnTo>
                <a:lnTo>
                  <a:pt x="1647825" y="823940"/>
                </a:lnTo>
                <a:lnTo>
                  <a:pt x="1647825" y="842606"/>
                </a:lnTo>
                <a:lnTo>
                  <a:pt x="1646635" y="861669"/>
                </a:lnTo>
                <a:lnTo>
                  <a:pt x="1645841" y="879938"/>
                </a:lnTo>
                <a:lnTo>
                  <a:pt x="1644650" y="898605"/>
                </a:lnTo>
                <a:lnTo>
                  <a:pt x="1642269" y="916477"/>
                </a:lnTo>
                <a:lnTo>
                  <a:pt x="1640285" y="934746"/>
                </a:lnTo>
                <a:lnTo>
                  <a:pt x="1637506" y="953015"/>
                </a:lnTo>
                <a:lnTo>
                  <a:pt x="1634728" y="970887"/>
                </a:lnTo>
                <a:lnTo>
                  <a:pt x="1631156" y="988759"/>
                </a:lnTo>
                <a:lnTo>
                  <a:pt x="1627188" y="1006630"/>
                </a:lnTo>
                <a:lnTo>
                  <a:pt x="1623616" y="1023708"/>
                </a:lnTo>
                <a:lnTo>
                  <a:pt x="1618853" y="1041183"/>
                </a:lnTo>
                <a:lnTo>
                  <a:pt x="1614091" y="1058260"/>
                </a:lnTo>
                <a:lnTo>
                  <a:pt x="1608931" y="1075735"/>
                </a:lnTo>
                <a:lnTo>
                  <a:pt x="1602978" y="1092416"/>
                </a:lnTo>
                <a:lnTo>
                  <a:pt x="1597025" y="1109096"/>
                </a:lnTo>
                <a:lnTo>
                  <a:pt x="1590675" y="1125777"/>
                </a:lnTo>
                <a:lnTo>
                  <a:pt x="1584325" y="1142060"/>
                </a:lnTo>
                <a:lnTo>
                  <a:pt x="1576785" y="1158343"/>
                </a:lnTo>
                <a:lnTo>
                  <a:pt x="1569641" y="1174229"/>
                </a:lnTo>
                <a:lnTo>
                  <a:pt x="1562100" y="1190116"/>
                </a:lnTo>
                <a:lnTo>
                  <a:pt x="1553766" y="1205605"/>
                </a:lnTo>
                <a:lnTo>
                  <a:pt x="1545828" y="1221094"/>
                </a:lnTo>
                <a:lnTo>
                  <a:pt x="1537097" y="1236980"/>
                </a:lnTo>
                <a:lnTo>
                  <a:pt x="1527969" y="1251675"/>
                </a:lnTo>
                <a:lnTo>
                  <a:pt x="1518841" y="1266767"/>
                </a:lnTo>
                <a:lnTo>
                  <a:pt x="1508919" y="1281461"/>
                </a:lnTo>
                <a:lnTo>
                  <a:pt x="1499394" y="1295759"/>
                </a:lnTo>
                <a:lnTo>
                  <a:pt x="1489075" y="1309659"/>
                </a:lnTo>
                <a:lnTo>
                  <a:pt x="1478756" y="1323560"/>
                </a:lnTo>
                <a:lnTo>
                  <a:pt x="1468041" y="1337460"/>
                </a:lnTo>
                <a:lnTo>
                  <a:pt x="1456928" y="1350963"/>
                </a:lnTo>
                <a:lnTo>
                  <a:pt x="1447800" y="1300525"/>
                </a:lnTo>
                <a:lnTo>
                  <a:pt x="1457325" y="1287816"/>
                </a:lnTo>
                <a:lnTo>
                  <a:pt x="1466453" y="1274710"/>
                </a:lnTo>
                <a:lnTo>
                  <a:pt x="1474788" y="1262398"/>
                </a:lnTo>
                <a:lnTo>
                  <a:pt x="1483519" y="1248895"/>
                </a:lnTo>
                <a:lnTo>
                  <a:pt x="1492250" y="1235789"/>
                </a:lnTo>
                <a:lnTo>
                  <a:pt x="1499791" y="1222682"/>
                </a:lnTo>
                <a:lnTo>
                  <a:pt x="1508125" y="1208782"/>
                </a:lnTo>
                <a:lnTo>
                  <a:pt x="1515666" y="1195279"/>
                </a:lnTo>
                <a:lnTo>
                  <a:pt x="1522810" y="1180981"/>
                </a:lnTo>
                <a:lnTo>
                  <a:pt x="1529556" y="1167081"/>
                </a:lnTo>
                <a:lnTo>
                  <a:pt x="1536700" y="1153180"/>
                </a:lnTo>
                <a:lnTo>
                  <a:pt x="1543050" y="1138883"/>
                </a:lnTo>
                <a:lnTo>
                  <a:pt x="1549003" y="1124188"/>
                </a:lnTo>
                <a:lnTo>
                  <a:pt x="1555353" y="1109493"/>
                </a:lnTo>
                <a:lnTo>
                  <a:pt x="1560910" y="1094799"/>
                </a:lnTo>
                <a:lnTo>
                  <a:pt x="1566069" y="1079707"/>
                </a:lnTo>
                <a:lnTo>
                  <a:pt x="1571228" y="1064218"/>
                </a:lnTo>
                <a:lnTo>
                  <a:pt x="1575991" y="1049126"/>
                </a:lnTo>
                <a:lnTo>
                  <a:pt x="1580356" y="1034034"/>
                </a:lnTo>
                <a:lnTo>
                  <a:pt x="1584722" y="1018545"/>
                </a:lnTo>
                <a:lnTo>
                  <a:pt x="1588294" y="1003056"/>
                </a:lnTo>
                <a:lnTo>
                  <a:pt x="1591866" y="987170"/>
                </a:lnTo>
                <a:lnTo>
                  <a:pt x="1595041" y="971681"/>
                </a:lnTo>
                <a:lnTo>
                  <a:pt x="1597819" y="955398"/>
                </a:lnTo>
                <a:lnTo>
                  <a:pt x="1600597" y="939511"/>
                </a:lnTo>
                <a:lnTo>
                  <a:pt x="1602581" y="923228"/>
                </a:lnTo>
                <a:lnTo>
                  <a:pt x="1604566" y="906945"/>
                </a:lnTo>
                <a:lnTo>
                  <a:pt x="1606153" y="890662"/>
                </a:lnTo>
                <a:lnTo>
                  <a:pt x="1606947" y="874378"/>
                </a:lnTo>
                <a:lnTo>
                  <a:pt x="1607741" y="857301"/>
                </a:lnTo>
                <a:lnTo>
                  <a:pt x="1608931" y="841017"/>
                </a:lnTo>
                <a:lnTo>
                  <a:pt x="1608931" y="823940"/>
                </a:lnTo>
                <a:lnTo>
                  <a:pt x="1608931" y="822351"/>
                </a:lnTo>
                <a:lnTo>
                  <a:pt x="1646635" y="785813"/>
                </a:lnTo>
                <a:close/>
                <a:moveTo>
                  <a:pt x="1191" y="779463"/>
                </a:moveTo>
                <a:lnTo>
                  <a:pt x="39291" y="816372"/>
                </a:lnTo>
                <a:lnTo>
                  <a:pt x="38894" y="824707"/>
                </a:lnTo>
                <a:lnTo>
                  <a:pt x="39291" y="842169"/>
                </a:lnTo>
                <a:lnTo>
                  <a:pt x="39687" y="858838"/>
                </a:lnTo>
                <a:lnTo>
                  <a:pt x="40481" y="876300"/>
                </a:lnTo>
                <a:lnTo>
                  <a:pt x="41672" y="892969"/>
                </a:lnTo>
                <a:lnTo>
                  <a:pt x="43656" y="910035"/>
                </a:lnTo>
                <a:lnTo>
                  <a:pt x="45244" y="926307"/>
                </a:lnTo>
                <a:lnTo>
                  <a:pt x="47625" y="943372"/>
                </a:lnTo>
                <a:lnTo>
                  <a:pt x="50403" y="959644"/>
                </a:lnTo>
                <a:lnTo>
                  <a:pt x="53578" y="975519"/>
                </a:lnTo>
                <a:lnTo>
                  <a:pt x="56753" y="992188"/>
                </a:lnTo>
                <a:lnTo>
                  <a:pt x="60325" y="1008063"/>
                </a:lnTo>
                <a:lnTo>
                  <a:pt x="64691" y="1023938"/>
                </a:lnTo>
                <a:lnTo>
                  <a:pt x="69056" y="1039813"/>
                </a:lnTo>
                <a:lnTo>
                  <a:pt x="73819" y="1055688"/>
                </a:lnTo>
                <a:lnTo>
                  <a:pt x="78581" y="1071166"/>
                </a:lnTo>
                <a:lnTo>
                  <a:pt x="83741" y="1086644"/>
                </a:lnTo>
                <a:lnTo>
                  <a:pt x="89297" y="1101726"/>
                </a:lnTo>
                <a:lnTo>
                  <a:pt x="95250" y="1116807"/>
                </a:lnTo>
                <a:lnTo>
                  <a:pt x="101203" y="1131888"/>
                </a:lnTo>
                <a:lnTo>
                  <a:pt x="108347" y="1146573"/>
                </a:lnTo>
                <a:lnTo>
                  <a:pt x="114697" y="1161257"/>
                </a:lnTo>
                <a:lnTo>
                  <a:pt x="122238" y="1175941"/>
                </a:lnTo>
                <a:lnTo>
                  <a:pt x="129381" y="1190229"/>
                </a:lnTo>
                <a:lnTo>
                  <a:pt x="137319" y="1204517"/>
                </a:lnTo>
                <a:lnTo>
                  <a:pt x="144860" y="1218407"/>
                </a:lnTo>
                <a:lnTo>
                  <a:pt x="153194" y="1232298"/>
                </a:lnTo>
                <a:lnTo>
                  <a:pt x="161925" y="1245792"/>
                </a:lnTo>
                <a:lnTo>
                  <a:pt x="170260" y="1259285"/>
                </a:lnTo>
                <a:lnTo>
                  <a:pt x="179388" y="1272382"/>
                </a:lnTo>
                <a:lnTo>
                  <a:pt x="188913" y="1285479"/>
                </a:lnTo>
                <a:lnTo>
                  <a:pt x="198438" y="1298179"/>
                </a:lnTo>
                <a:lnTo>
                  <a:pt x="207963" y="1311276"/>
                </a:lnTo>
                <a:lnTo>
                  <a:pt x="199628" y="1362076"/>
                </a:lnTo>
                <a:lnTo>
                  <a:pt x="188516" y="1348186"/>
                </a:lnTo>
                <a:lnTo>
                  <a:pt x="177403" y="1334295"/>
                </a:lnTo>
                <a:lnTo>
                  <a:pt x="166291" y="1320404"/>
                </a:lnTo>
                <a:lnTo>
                  <a:pt x="155575" y="1306117"/>
                </a:lnTo>
                <a:lnTo>
                  <a:pt x="145256" y="1291432"/>
                </a:lnTo>
                <a:lnTo>
                  <a:pt x="135335" y="1276748"/>
                </a:lnTo>
                <a:lnTo>
                  <a:pt x="125413" y="1261667"/>
                </a:lnTo>
                <a:lnTo>
                  <a:pt x="115888" y="1245792"/>
                </a:lnTo>
                <a:lnTo>
                  <a:pt x="106760" y="1230710"/>
                </a:lnTo>
                <a:lnTo>
                  <a:pt x="98425" y="1214835"/>
                </a:lnTo>
                <a:lnTo>
                  <a:pt x="90091" y="1198960"/>
                </a:lnTo>
                <a:lnTo>
                  <a:pt x="81756" y="1183085"/>
                </a:lnTo>
                <a:lnTo>
                  <a:pt x="74216" y="1166416"/>
                </a:lnTo>
                <a:lnTo>
                  <a:pt x="66675" y="1150144"/>
                </a:lnTo>
                <a:lnTo>
                  <a:pt x="59928" y="1133079"/>
                </a:lnTo>
                <a:lnTo>
                  <a:pt x="53578" y="1116410"/>
                </a:lnTo>
                <a:lnTo>
                  <a:pt x="46831" y="1098948"/>
                </a:lnTo>
                <a:lnTo>
                  <a:pt x="41275" y="1081882"/>
                </a:lnTo>
                <a:lnTo>
                  <a:pt x="35719" y="1064419"/>
                </a:lnTo>
                <a:lnTo>
                  <a:pt x="30559" y="1046957"/>
                </a:lnTo>
                <a:lnTo>
                  <a:pt x="25797" y="1029097"/>
                </a:lnTo>
                <a:lnTo>
                  <a:pt x="21431" y="1011635"/>
                </a:lnTo>
                <a:lnTo>
                  <a:pt x="17066" y="993379"/>
                </a:lnTo>
                <a:lnTo>
                  <a:pt x="13494" y="975122"/>
                </a:lnTo>
                <a:lnTo>
                  <a:pt x="10716" y="956469"/>
                </a:lnTo>
                <a:lnTo>
                  <a:pt x="7541" y="938610"/>
                </a:lnTo>
                <a:lnTo>
                  <a:pt x="5556" y="919957"/>
                </a:lnTo>
                <a:lnTo>
                  <a:pt x="3175" y="900907"/>
                </a:lnTo>
                <a:lnTo>
                  <a:pt x="1984" y="882254"/>
                </a:lnTo>
                <a:lnTo>
                  <a:pt x="794" y="863204"/>
                </a:lnTo>
                <a:lnTo>
                  <a:pt x="397" y="844154"/>
                </a:lnTo>
                <a:lnTo>
                  <a:pt x="0" y="824707"/>
                </a:lnTo>
                <a:lnTo>
                  <a:pt x="397" y="802085"/>
                </a:lnTo>
                <a:lnTo>
                  <a:pt x="1191" y="779463"/>
                </a:lnTo>
                <a:close/>
                <a:moveTo>
                  <a:pt x="1314889" y="671513"/>
                </a:moveTo>
                <a:lnTo>
                  <a:pt x="1339850" y="701729"/>
                </a:lnTo>
                <a:lnTo>
                  <a:pt x="1101725" y="776288"/>
                </a:lnTo>
                <a:lnTo>
                  <a:pt x="1116385" y="730768"/>
                </a:lnTo>
                <a:lnTo>
                  <a:pt x="1314889" y="671513"/>
                </a:lnTo>
                <a:close/>
                <a:moveTo>
                  <a:pt x="339763" y="668338"/>
                </a:moveTo>
                <a:lnTo>
                  <a:pt x="538932" y="730250"/>
                </a:lnTo>
                <a:lnTo>
                  <a:pt x="554038" y="776288"/>
                </a:lnTo>
                <a:lnTo>
                  <a:pt x="317500" y="698500"/>
                </a:lnTo>
                <a:lnTo>
                  <a:pt x="339763" y="668338"/>
                </a:lnTo>
                <a:close/>
                <a:moveTo>
                  <a:pt x="828080" y="554038"/>
                </a:moveTo>
                <a:lnTo>
                  <a:pt x="847512" y="567940"/>
                </a:lnTo>
                <a:lnTo>
                  <a:pt x="1087438" y="737939"/>
                </a:lnTo>
                <a:lnTo>
                  <a:pt x="1086645" y="741117"/>
                </a:lnTo>
                <a:lnTo>
                  <a:pt x="1086249" y="742308"/>
                </a:lnTo>
                <a:lnTo>
                  <a:pt x="987105" y="1046163"/>
                </a:lnTo>
                <a:lnTo>
                  <a:pt x="980364" y="1046163"/>
                </a:lnTo>
                <a:lnTo>
                  <a:pt x="935551" y="1046163"/>
                </a:lnTo>
                <a:lnTo>
                  <a:pt x="669054" y="1046163"/>
                </a:lnTo>
                <a:lnTo>
                  <a:pt x="570308" y="742308"/>
                </a:lnTo>
                <a:lnTo>
                  <a:pt x="569911" y="741117"/>
                </a:lnTo>
                <a:lnTo>
                  <a:pt x="568325" y="737939"/>
                </a:lnTo>
                <a:lnTo>
                  <a:pt x="808648" y="567940"/>
                </a:lnTo>
                <a:lnTo>
                  <a:pt x="828080" y="554038"/>
                </a:lnTo>
                <a:close/>
                <a:moveTo>
                  <a:pt x="1360910" y="387350"/>
                </a:moveTo>
                <a:lnTo>
                  <a:pt x="1489666" y="409557"/>
                </a:lnTo>
                <a:lnTo>
                  <a:pt x="1540533" y="418281"/>
                </a:lnTo>
                <a:lnTo>
                  <a:pt x="1550865" y="437316"/>
                </a:lnTo>
                <a:lnTo>
                  <a:pt x="1560800" y="456747"/>
                </a:lnTo>
                <a:lnTo>
                  <a:pt x="1570337" y="476178"/>
                </a:lnTo>
                <a:lnTo>
                  <a:pt x="1579477" y="495213"/>
                </a:lnTo>
                <a:lnTo>
                  <a:pt x="1587425" y="515834"/>
                </a:lnTo>
                <a:lnTo>
                  <a:pt x="1595373" y="536058"/>
                </a:lnTo>
                <a:lnTo>
                  <a:pt x="1602924" y="556282"/>
                </a:lnTo>
                <a:lnTo>
                  <a:pt x="1609679" y="577300"/>
                </a:lnTo>
                <a:lnTo>
                  <a:pt x="1616038" y="597920"/>
                </a:lnTo>
                <a:lnTo>
                  <a:pt x="1621601" y="619731"/>
                </a:lnTo>
                <a:lnTo>
                  <a:pt x="1626767" y="640748"/>
                </a:lnTo>
                <a:lnTo>
                  <a:pt x="1631536" y="662955"/>
                </a:lnTo>
                <a:lnTo>
                  <a:pt x="1635908" y="684369"/>
                </a:lnTo>
                <a:lnTo>
                  <a:pt x="1639484" y="706973"/>
                </a:lnTo>
                <a:lnTo>
                  <a:pt x="1641868" y="728783"/>
                </a:lnTo>
                <a:lnTo>
                  <a:pt x="1644650" y="751387"/>
                </a:lnTo>
                <a:lnTo>
                  <a:pt x="1607692" y="786680"/>
                </a:lnTo>
                <a:lnTo>
                  <a:pt x="1513510" y="877888"/>
                </a:lnTo>
                <a:lnTo>
                  <a:pt x="1508343" y="871543"/>
                </a:lnTo>
                <a:lnTo>
                  <a:pt x="1471386" y="825146"/>
                </a:lnTo>
                <a:lnTo>
                  <a:pt x="1363691" y="689921"/>
                </a:lnTo>
                <a:lnTo>
                  <a:pt x="1341437" y="662559"/>
                </a:lnTo>
                <a:lnTo>
                  <a:pt x="1341835" y="656214"/>
                </a:lnTo>
                <a:lnTo>
                  <a:pt x="1355743" y="455557"/>
                </a:lnTo>
                <a:lnTo>
                  <a:pt x="1360115" y="396074"/>
                </a:lnTo>
                <a:lnTo>
                  <a:pt x="1360910" y="387350"/>
                </a:lnTo>
                <a:close/>
                <a:moveTo>
                  <a:pt x="293316" y="387350"/>
                </a:moveTo>
                <a:lnTo>
                  <a:pt x="293316" y="388143"/>
                </a:lnTo>
                <a:lnTo>
                  <a:pt x="297280" y="446040"/>
                </a:lnTo>
                <a:lnTo>
                  <a:pt x="311549" y="656214"/>
                </a:lnTo>
                <a:lnTo>
                  <a:pt x="312738" y="662559"/>
                </a:lnTo>
                <a:lnTo>
                  <a:pt x="290145" y="689921"/>
                </a:lnTo>
                <a:lnTo>
                  <a:pt x="175991" y="833870"/>
                </a:lnTo>
                <a:lnTo>
                  <a:pt x="141111" y="877888"/>
                </a:lnTo>
                <a:lnTo>
                  <a:pt x="138733" y="875509"/>
                </a:lnTo>
                <a:lnTo>
                  <a:pt x="39641" y="779939"/>
                </a:lnTo>
                <a:lnTo>
                  <a:pt x="3175" y="744646"/>
                </a:lnTo>
                <a:lnTo>
                  <a:pt x="5949" y="722835"/>
                </a:lnTo>
                <a:lnTo>
                  <a:pt x="8724" y="701025"/>
                </a:lnTo>
                <a:lnTo>
                  <a:pt x="12291" y="679611"/>
                </a:lnTo>
                <a:lnTo>
                  <a:pt x="16255" y="658197"/>
                </a:lnTo>
                <a:lnTo>
                  <a:pt x="21011" y="636783"/>
                </a:lnTo>
                <a:lnTo>
                  <a:pt x="26164" y="616162"/>
                </a:lnTo>
                <a:lnTo>
                  <a:pt x="31713" y="595541"/>
                </a:lnTo>
                <a:lnTo>
                  <a:pt x="38452" y="574920"/>
                </a:lnTo>
                <a:lnTo>
                  <a:pt x="44793" y="554696"/>
                </a:lnTo>
                <a:lnTo>
                  <a:pt x="51928" y="534472"/>
                </a:lnTo>
                <a:lnTo>
                  <a:pt x="59855" y="514644"/>
                </a:lnTo>
                <a:lnTo>
                  <a:pt x="68179" y="495213"/>
                </a:lnTo>
                <a:lnTo>
                  <a:pt x="77296" y="476178"/>
                </a:lnTo>
                <a:lnTo>
                  <a:pt x="86016" y="457143"/>
                </a:lnTo>
                <a:lnTo>
                  <a:pt x="95528" y="438109"/>
                </a:lnTo>
                <a:lnTo>
                  <a:pt x="105834" y="419867"/>
                </a:lnTo>
                <a:lnTo>
                  <a:pt x="156173" y="410747"/>
                </a:lnTo>
                <a:lnTo>
                  <a:pt x="293316" y="387350"/>
                </a:lnTo>
                <a:close/>
                <a:moveTo>
                  <a:pt x="808037" y="298450"/>
                </a:moveTo>
                <a:lnTo>
                  <a:pt x="827881" y="306401"/>
                </a:lnTo>
                <a:lnTo>
                  <a:pt x="847725" y="298450"/>
                </a:lnTo>
                <a:lnTo>
                  <a:pt x="847725" y="536575"/>
                </a:lnTo>
                <a:lnTo>
                  <a:pt x="827881" y="522661"/>
                </a:lnTo>
                <a:lnTo>
                  <a:pt x="808037" y="536575"/>
                </a:lnTo>
                <a:lnTo>
                  <a:pt x="808037" y="298450"/>
                </a:lnTo>
                <a:close/>
                <a:moveTo>
                  <a:pt x="1106341" y="198438"/>
                </a:moveTo>
                <a:lnTo>
                  <a:pt x="1122567" y="205965"/>
                </a:lnTo>
                <a:lnTo>
                  <a:pt x="1139189" y="214285"/>
                </a:lnTo>
                <a:lnTo>
                  <a:pt x="1155020" y="223001"/>
                </a:lnTo>
                <a:lnTo>
                  <a:pt x="1170455" y="231717"/>
                </a:lnTo>
                <a:lnTo>
                  <a:pt x="1185889" y="241225"/>
                </a:lnTo>
                <a:lnTo>
                  <a:pt x="1200928" y="251129"/>
                </a:lnTo>
                <a:lnTo>
                  <a:pt x="1216363" y="261034"/>
                </a:lnTo>
                <a:lnTo>
                  <a:pt x="1231006" y="271335"/>
                </a:lnTo>
                <a:lnTo>
                  <a:pt x="1244858" y="282031"/>
                </a:lnTo>
                <a:lnTo>
                  <a:pt x="1258710" y="293520"/>
                </a:lnTo>
                <a:lnTo>
                  <a:pt x="1272562" y="305010"/>
                </a:lnTo>
                <a:lnTo>
                  <a:pt x="1286018" y="316895"/>
                </a:lnTo>
                <a:lnTo>
                  <a:pt x="1299078" y="328780"/>
                </a:lnTo>
                <a:lnTo>
                  <a:pt x="1312138" y="341854"/>
                </a:lnTo>
                <a:lnTo>
                  <a:pt x="1324407" y="354928"/>
                </a:lnTo>
                <a:lnTo>
                  <a:pt x="1336675" y="367606"/>
                </a:lnTo>
                <a:lnTo>
                  <a:pt x="1332322" y="423863"/>
                </a:lnTo>
                <a:lnTo>
                  <a:pt x="1318470" y="406827"/>
                </a:lnTo>
                <a:lnTo>
                  <a:pt x="1304618" y="390584"/>
                </a:lnTo>
                <a:lnTo>
                  <a:pt x="1289975" y="374737"/>
                </a:lnTo>
                <a:lnTo>
                  <a:pt x="1274145" y="359286"/>
                </a:lnTo>
                <a:lnTo>
                  <a:pt x="1258314" y="344231"/>
                </a:lnTo>
                <a:lnTo>
                  <a:pt x="1242088" y="329969"/>
                </a:lnTo>
                <a:lnTo>
                  <a:pt x="1225070" y="316103"/>
                </a:lnTo>
                <a:lnTo>
                  <a:pt x="1208052" y="302633"/>
                </a:lnTo>
                <a:lnTo>
                  <a:pt x="1189847" y="290351"/>
                </a:lnTo>
                <a:lnTo>
                  <a:pt x="1171642" y="278070"/>
                </a:lnTo>
                <a:lnTo>
                  <a:pt x="1153437" y="266580"/>
                </a:lnTo>
                <a:lnTo>
                  <a:pt x="1134440" y="255884"/>
                </a:lnTo>
                <a:lnTo>
                  <a:pt x="1114652" y="245187"/>
                </a:lnTo>
                <a:lnTo>
                  <a:pt x="1094864" y="235679"/>
                </a:lnTo>
                <a:lnTo>
                  <a:pt x="1074680" y="227359"/>
                </a:lnTo>
                <a:lnTo>
                  <a:pt x="1054100" y="218643"/>
                </a:lnTo>
                <a:lnTo>
                  <a:pt x="1106341" y="198438"/>
                </a:lnTo>
                <a:close/>
                <a:moveTo>
                  <a:pt x="545878" y="196850"/>
                </a:moveTo>
                <a:lnTo>
                  <a:pt x="598488" y="217164"/>
                </a:lnTo>
                <a:lnTo>
                  <a:pt x="577763" y="225130"/>
                </a:lnTo>
                <a:lnTo>
                  <a:pt x="557835" y="233495"/>
                </a:lnTo>
                <a:lnTo>
                  <a:pt x="538305" y="243055"/>
                </a:lnTo>
                <a:lnTo>
                  <a:pt x="518775" y="253013"/>
                </a:lnTo>
                <a:lnTo>
                  <a:pt x="500441" y="263369"/>
                </a:lnTo>
                <a:lnTo>
                  <a:pt x="481709" y="274522"/>
                </a:lnTo>
                <a:lnTo>
                  <a:pt x="463375" y="286471"/>
                </a:lnTo>
                <a:lnTo>
                  <a:pt x="446236" y="298421"/>
                </a:lnTo>
                <a:lnTo>
                  <a:pt x="428700" y="311566"/>
                </a:lnTo>
                <a:lnTo>
                  <a:pt x="411960" y="325108"/>
                </a:lnTo>
                <a:lnTo>
                  <a:pt x="395220" y="338651"/>
                </a:lnTo>
                <a:lnTo>
                  <a:pt x="379676" y="352991"/>
                </a:lnTo>
                <a:lnTo>
                  <a:pt x="364132" y="368127"/>
                </a:lnTo>
                <a:lnTo>
                  <a:pt x="349385" y="383263"/>
                </a:lnTo>
                <a:lnTo>
                  <a:pt x="335037" y="399594"/>
                </a:lnTo>
                <a:lnTo>
                  <a:pt x="321087" y="415925"/>
                </a:lnTo>
                <a:lnTo>
                  <a:pt x="317500" y="360957"/>
                </a:lnTo>
                <a:lnTo>
                  <a:pt x="329457" y="347812"/>
                </a:lnTo>
                <a:lnTo>
                  <a:pt x="341414" y="335465"/>
                </a:lnTo>
                <a:lnTo>
                  <a:pt x="354567" y="323117"/>
                </a:lnTo>
                <a:lnTo>
                  <a:pt x="367719" y="311566"/>
                </a:lnTo>
                <a:lnTo>
                  <a:pt x="380872" y="299616"/>
                </a:lnTo>
                <a:lnTo>
                  <a:pt x="394423" y="288463"/>
                </a:lnTo>
                <a:lnTo>
                  <a:pt x="408373" y="277708"/>
                </a:lnTo>
                <a:lnTo>
                  <a:pt x="422721" y="267352"/>
                </a:lnTo>
                <a:lnTo>
                  <a:pt x="437069" y="256996"/>
                </a:lnTo>
                <a:lnTo>
                  <a:pt x="451816" y="247436"/>
                </a:lnTo>
                <a:lnTo>
                  <a:pt x="466962" y="237877"/>
                </a:lnTo>
                <a:lnTo>
                  <a:pt x="482107" y="228715"/>
                </a:lnTo>
                <a:lnTo>
                  <a:pt x="497651" y="219952"/>
                </a:lnTo>
                <a:lnTo>
                  <a:pt x="513195" y="211986"/>
                </a:lnTo>
                <a:lnTo>
                  <a:pt x="529536" y="204020"/>
                </a:lnTo>
                <a:lnTo>
                  <a:pt x="545878" y="196850"/>
                </a:lnTo>
                <a:close/>
                <a:moveTo>
                  <a:pt x="1028700" y="25400"/>
                </a:moveTo>
                <a:lnTo>
                  <a:pt x="1048147" y="30571"/>
                </a:lnTo>
                <a:lnTo>
                  <a:pt x="1067197" y="36139"/>
                </a:lnTo>
                <a:lnTo>
                  <a:pt x="1086247" y="42503"/>
                </a:lnTo>
                <a:lnTo>
                  <a:pt x="1104900" y="49265"/>
                </a:lnTo>
                <a:lnTo>
                  <a:pt x="1123553" y="56026"/>
                </a:lnTo>
                <a:lnTo>
                  <a:pt x="1142207" y="63186"/>
                </a:lnTo>
                <a:lnTo>
                  <a:pt x="1160066" y="71538"/>
                </a:lnTo>
                <a:lnTo>
                  <a:pt x="1177925" y="79891"/>
                </a:lnTo>
                <a:lnTo>
                  <a:pt x="1195388" y="88641"/>
                </a:lnTo>
                <a:lnTo>
                  <a:pt x="1212850" y="97392"/>
                </a:lnTo>
                <a:lnTo>
                  <a:pt x="1230313" y="106937"/>
                </a:lnTo>
                <a:lnTo>
                  <a:pt x="1246982" y="116881"/>
                </a:lnTo>
                <a:lnTo>
                  <a:pt x="1263650" y="127620"/>
                </a:lnTo>
                <a:lnTo>
                  <a:pt x="1280319" y="138359"/>
                </a:lnTo>
                <a:lnTo>
                  <a:pt x="1296194" y="149098"/>
                </a:lnTo>
                <a:lnTo>
                  <a:pt x="1312069" y="160633"/>
                </a:lnTo>
                <a:lnTo>
                  <a:pt x="1327547" y="172565"/>
                </a:lnTo>
                <a:lnTo>
                  <a:pt x="1342629" y="184497"/>
                </a:lnTo>
                <a:lnTo>
                  <a:pt x="1358107" y="197225"/>
                </a:lnTo>
                <a:lnTo>
                  <a:pt x="1372791" y="209953"/>
                </a:lnTo>
                <a:lnTo>
                  <a:pt x="1386682" y="223079"/>
                </a:lnTo>
                <a:lnTo>
                  <a:pt x="1400572" y="237000"/>
                </a:lnTo>
                <a:lnTo>
                  <a:pt x="1414463" y="250921"/>
                </a:lnTo>
                <a:lnTo>
                  <a:pt x="1427957" y="264444"/>
                </a:lnTo>
                <a:lnTo>
                  <a:pt x="1440657" y="279161"/>
                </a:lnTo>
                <a:lnTo>
                  <a:pt x="1453754" y="293877"/>
                </a:lnTo>
                <a:lnTo>
                  <a:pt x="1466454" y="309389"/>
                </a:lnTo>
                <a:lnTo>
                  <a:pt x="1477963" y="324901"/>
                </a:lnTo>
                <a:lnTo>
                  <a:pt x="1489473" y="340413"/>
                </a:lnTo>
                <a:lnTo>
                  <a:pt x="1501379" y="356323"/>
                </a:lnTo>
                <a:lnTo>
                  <a:pt x="1512094" y="372233"/>
                </a:lnTo>
                <a:lnTo>
                  <a:pt x="1522413" y="388938"/>
                </a:lnTo>
                <a:lnTo>
                  <a:pt x="1470026" y="380187"/>
                </a:lnTo>
                <a:lnTo>
                  <a:pt x="1460501" y="366664"/>
                </a:lnTo>
                <a:lnTo>
                  <a:pt x="1451373" y="353539"/>
                </a:lnTo>
                <a:lnTo>
                  <a:pt x="1441451" y="340413"/>
                </a:lnTo>
                <a:lnTo>
                  <a:pt x="1430735" y="327685"/>
                </a:lnTo>
                <a:lnTo>
                  <a:pt x="1420416" y="315355"/>
                </a:lnTo>
                <a:lnTo>
                  <a:pt x="1409701" y="302627"/>
                </a:lnTo>
                <a:lnTo>
                  <a:pt x="1398985" y="290695"/>
                </a:lnTo>
                <a:lnTo>
                  <a:pt x="1387872" y="278763"/>
                </a:lnTo>
                <a:lnTo>
                  <a:pt x="1375966" y="267228"/>
                </a:lnTo>
                <a:lnTo>
                  <a:pt x="1364457" y="255694"/>
                </a:lnTo>
                <a:lnTo>
                  <a:pt x="1352154" y="244557"/>
                </a:lnTo>
                <a:lnTo>
                  <a:pt x="1340247" y="233420"/>
                </a:lnTo>
                <a:lnTo>
                  <a:pt x="1327944" y="223079"/>
                </a:lnTo>
                <a:lnTo>
                  <a:pt x="1315244" y="212737"/>
                </a:lnTo>
                <a:lnTo>
                  <a:pt x="1302544" y="202396"/>
                </a:lnTo>
                <a:lnTo>
                  <a:pt x="1289844" y="192452"/>
                </a:lnTo>
                <a:lnTo>
                  <a:pt x="1276350" y="182906"/>
                </a:lnTo>
                <a:lnTo>
                  <a:pt x="1262857" y="173758"/>
                </a:lnTo>
                <a:lnTo>
                  <a:pt x="1248966" y="164610"/>
                </a:lnTo>
                <a:lnTo>
                  <a:pt x="1235472" y="155462"/>
                </a:lnTo>
                <a:lnTo>
                  <a:pt x="1221582" y="147507"/>
                </a:lnTo>
                <a:lnTo>
                  <a:pt x="1207294" y="139155"/>
                </a:lnTo>
                <a:lnTo>
                  <a:pt x="1192610" y="130802"/>
                </a:lnTo>
                <a:lnTo>
                  <a:pt x="1178322" y="123643"/>
                </a:lnTo>
                <a:lnTo>
                  <a:pt x="1163241" y="116085"/>
                </a:lnTo>
                <a:lnTo>
                  <a:pt x="1148557" y="108926"/>
                </a:lnTo>
                <a:lnTo>
                  <a:pt x="1133475" y="102164"/>
                </a:lnTo>
                <a:lnTo>
                  <a:pt x="1117997" y="95801"/>
                </a:lnTo>
                <a:lnTo>
                  <a:pt x="1102916" y="89834"/>
                </a:lnTo>
                <a:lnTo>
                  <a:pt x="1087041" y="84266"/>
                </a:lnTo>
                <a:lnTo>
                  <a:pt x="1071166" y="78698"/>
                </a:lnTo>
                <a:lnTo>
                  <a:pt x="1055291" y="73527"/>
                </a:lnTo>
                <a:lnTo>
                  <a:pt x="1028700" y="25400"/>
                </a:lnTo>
                <a:close/>
                <a:moveTo>
                  <a:pt x="619125" y="25400"/>
                </a:moveTo>
                <a:lnTo>
                  <a:pt x="594935" y="72333"/>
                </a:lnTo>
                <a:lnTo>
                  <a:pt x="579073" y="77504"/>
                </a:lnTo>
                <a:lnTo>
                  <a:pt x="563211" y="82674"/>
                </a:lnTo>
                <a:lnTo>
                  <a:pt x="546952" y="89038"/>
                </a:lnTo>
                <a:lnTo>
                  <a:pt x="531486" y="95004"/>
                </a:lnTo>
                <a:lnTo>
                  <a:pt x="516020" y="101368"/>
                </a:lnTo>
                <a:lnTo>
                  <a:pt x="500951" y="108130"/>
                </a:lnTo>
                <a:lnTo>
                  <a:pt x="485882" y="115289"/>
                </a:lnTo>
                <a:lnTo>
                  <a:pt x="470813" y="122846"/>
                </a:lnTo>
                <a:lnTo>
                  <a:pt x="456140" y="130005"/>
                </a:lnTo>
                <a:lnTo>
                  <a:pt x="441467" y="138358"/>
                </a:lnTo>
                <a:lnTo>
                  <a:pt x="427191" y="146313"/>
                </a:lnTo>
                <a:lnTo>
                  <a:pt x="412915" y="155063"/>
                </a:lnTo>
                <a:lnTo>
                  <a:pt x="399036" y="163813"/>
                </a:lnTo>
                <a:lnTo>
                  <a:pt x="385156" y="172961"/>
                </a:lnTo>
                <a:lnTo>
                  <a:pt x="371277" y="182507"/>
                </a:lnTo>
                <a:lnTo>
                  <a:pt x="358190" y="192053"/>
                </a:lnTo>
                <a:lnTo>
                  <a:pt x="345104" y="201996"/>
                </a:lnTo>
                <a:lnTo>
                  <a:pt x="332018" y="212338"/>
                </a:lnTo>
                <a:lnTo>
                  <a:pt x="319328" y="222679"/>
                </a:lnTo>
                <a:lnTo>
                  <a:pt x="307035" y="233418"/>
                </a:lnTo>
                <a:lnTo>
                  <a:pt x="294741" y="244554"/>
                </a:lnTo>
                <a:lnTo>
                  <a:pt x="282448" y="256089"/>
                </a:lnTo>
                <a:lnTo>
                  <a:pt x="270948" y="267226"/>
                </a:lnTo>
                <a:lnTo>
                  <a:pt x="259448" y="278760"/>
                </a:lnTo>
                <a:lnTo>
                  <a:pt x="247948" y="291090"/>
                </a:lnTo>
                <a:lnTo>
                  <a:pt x="236844" y="303022"/>
                </a:lnTo>
                <a:lnTo>
                  <a:pt x="226137" y="315750"/>
                </a:lnTo>
                <a:lnTo>
                  <a:pt x="215826" y="328477"/>
                </a:lnTo>
                <a:lnTo>
                  <a:pt x="205516" y="341205"/>
                </a:lnTo>
                <a:lnTo>
                  <a:pt x="195602" y="354728"/>
                </a:lnTo>
                <a:lnTo>
                  <a:pt x="185688" y="367854"/>
                </a:lnTo>
                <a:lnTo>
                  <a:pt x="176170" y="381377"/>
                </a:lnTo>
                <a:lnTo>
                  <a:pt x="123825" y="390525"/>
                </a:lnTo>
                <a:lnTo>
                  <a:pt x="134135" y="373820"/>
                </a:lnTo>
                <a:lnTo>
                  <a:pt x="145239" y="357512"/>
                </a:lnTo>
                <a:lnTo>
                  <a:pt x="156739" y="341205"/>
                </a:lnTo>
                <a:lnTo>
                  <a:pt x="168239" y="325693"/>
                </a:lnTo>
                <a:lnTo>
                  <a:pt x="180136" y="310181"/>
                </a:lnTo>
                <a:lnTo>
                  <a:pt x="192826" y="295067"/>
                </a:lnTo>
                <a:lnTo>
                  <a:pt x="205516" y="280351"/>
                </a:lnTo>
                <a:lnTo>
                  <a:pt x="218602" y="265635"/>
                </a:lnTo>
                <a:lnTo>
                  <a:pt x="232085" y="251316"/>
                </a:lnTo>
                <a:lnTo>
                  <a:pt x="245965" y="237395"/>
                </a:lnTo>
                <a:lnTo>
                  <a:pt x="259844" y="223872"/>
                </a:lnTo>
                <a:lnTo>
                  <a:pt x="274517" y="210349"/>
                </a:lnTo>
                <a:lnTo>
                  <a:pt x="289190" y="197621"/>
                </a:lnTo>
                <a:lnTo>
                  <a:pt x="303862" y="184893"/>
                </a:lnTo>
                <a:lnTo>
                  <a:pt x="319328" y="172961"/>
                </a:lnTo>
                <a:lnTo>
                  <a:pt x="334794" y="160631"/>
                </a:lnTo>
                <a:lnTo>
                  <a:pt x="350656" y="149495"/>
                </a:lnTo>
                <a:lnTo>
                  <a:pt x="366518" y="138358"/>
                </a:lnTo>
                <a:lnTo>
                  <a:pt x="383174" y="127619"/>
                </a:lnTo>
                <a:lnTo>
                  <a:pt x="399829" y="116880"/>
                </a:lnTo>
                <a:lnTo>
                  <a:pt x="416881" y="106936"/>
                </a:lnTo>
                <a:lnTo>
                  <a:pt x="433933" y="97391"/>
                </a:lnTo>
                <a:lnTo>
                  <a:pt x="451778" y="88640"/>
                </a:lnTo>
                <a:lnTo>
                  <a:pt x="469227" y="79890"/>
                </a:lnTo>
                <a:lnTo>
                  <a:pt x="487072" y="71140"/>
                </a:lnTo>
                <a:lnTo>
                  <a:pt x="505710" y="63185"/>
                </a:lnTo>
                <a:lnTo>
                  <a:pt x="523951" y="56026"/>
                </a:lnTo>
                <a:lnTo>
                  <a:pt x="542193" y="48867"/>
                </a:lnTo>
                <a:lnTo>
                  <a:pt x="561228" y="42105"/>
                </a:lnTo>
                <a:lnTo>
                  <a:pt x="580263" y="36139"/>
                </a:lnTo>
                <a:lnTo>
                  <a:pt x="599694" y="30570"/>
                </a:lnTo>
                <a:lnTo>
                  <a:pt x="619125" y="25400"/>
                </a:lnTo>
                <a:close/>
                <a:moveTo>
                  <a:pt x="824315" y="0"/>
                </a:moveTo>
                <a:lnTo>
                  <a:pt x="846110" y="792"/>
                </a:lnTo>
                <a:lnTo>
                  <a:pt x="868300" y="1585"/>
                </a:lnTo>
                <a:lnTo>
                  <a:pt x="889699" y="2774"/>
                </a:lnTo>
                <a:lnTo>
                  <a:pt x="911097" y="4756"/>
                </a:lnTo>
                <a:lnTo>
                  <a:pt x="932495" y="7530"/>
                </a:lnTo>
                <a:lnTo>
                  <a:pt x="953497" y="10700"/>
                </a:lnTo>
                <a:lnTo>
                  <a:pt x="974499" y="13871"/>
                </a:lnTo>
                <a:lnTo>
                  <a:pt x="995500" y="18230"/>
                </a:lnTo>
                <a:lnTo>
                  <a:pt x="1020861" y="63806"/>
                </a:lnTo>
                <a:lnTo>
                  <a:pt x="1084263" y="178339"/>
                </a:lnTo>
                <a:lnTo>
                  <a:pt x="1071187" y="183491"/>
                </a:lnTo>
                <a:lnTo>
                  <a:pt x="1015710" y="204892"/>
                </a:lnTo>
                <a:lnTo>
                  <a:pt x="847298" y="270679"/>
                </a:lnTo>
                <a:lnTo>
                  <a:pt x="827882" y="277813"/>
                </a:lnTo>
                <a:lnTo>
                  <a:pt x="808465" y="270679"/>
                </a:lnTo>
                <a:lnTo>
                  <a:pt x="636883" y="203703"/>
                </a:lnTo>
                <a:lnTo>
                  <a:pt x="581010" y="181906"/>
                </a:lnTo>
                <a:lnTo>
                  <a:pt x="571500" y="178339"/>
                </a:lnTo>
                <a:lnTo>
                  <a:pt x="630147" y="63409"/>
                </a:lnTo>
                <a:lnTo>
                  <a:pt x="653130" y="18230"/>
                </a:lnTo>
                <a:lnTo>
                  <a:pt x="673736" y="13871"/>
                </a:lnTo>
                <a:lnTo>
                  <a:pt x="694738" y="10700"/>
                </a:lnTo>
                <a:lnTo>
                  <a:pt x="716136" y="7530"/>
                </a:lnTo>
                <a:lnTo>
                  <a:pt x="737534" y="4756"/>
                </a:lnTo>
                <a:lnTo>
                  <a:pt x="758932" y="2774"/>
                </a:lnTo>
                <a:lnTo>
                  <a:pt x="780726" y="1585"/>
                </a:lnTo>
                <a:lnTo>
                  <a:pt x="802125" y="792"/>
                </a:lnTo>
                <a:lnTo>
                  <a:pt x="8243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defTabSz="914400"/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3996690" y="3448479"/>
            <a:ext cx="6636085" cy="8761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格式规范：数字编号列表，【】标注重点，拒绝 Markdown</a:t>
            </a:r>
            <a:endParaRPr sz="18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8" name="KSO_Shape"/>
          <p:cNvSpPr/>
          <p:nvPr>
            <p:custDataLst>
              <p:tags r:id="rId15"/>
            </p:custDataLst>
          </p:nvPr>
        </p:nvSpPr>
        <p:spPr bwMode="auto">
          <a:xfrm>
            <a:off x="3369296" y="4767621"/>
            <a:ext cx="504017" cy="504016"/>
          </a:xfrm>
          <a:custGeom>
            <a:avLst/>
            <a:gdLst>
              <a:gd name="T0" fmla="*/ 956359 w 1647825"/>
              <a:gd name="T1" fmla="*/ 1636826 h 1647826"/>
              <a:gd name="T2" fmla="*/ 747857 w 1647825"/>
              <a:gd name="T3" fmla="*/ 1644290 h 1647826"/>
              <a:gd name="T4" fmla="*/ 552064 w 1647825"/>
              <a:gd name="T5" fmla="*/ 1602253 h 1647826"/>
              <a:gd name="T6" fmla="*/ 715689 w 1647825"/>
              <a:gd name="T7" fmla="*/ 1601861 h 1647826"/>
              <a:gd name="T8" fmla="*/ 887256 w 1647825"/>
              <a:gd name="T9" fmla="*/ 1606575 h 1647826"/>
              <a:gd name="T10" fmla="*/ 1054454 w 1647825"/>
              <a:gd name="T11" fmla="*/ 1574360 h 1647826"/>
              <a:gd name="T12" fmla="*/ 824299 w 1647825"/>
              <a:gd name="T13" fmla="*/ 1511300 h 1647826"/>
              <a:gd name="T14" fmla="*/ 704546 w 1647825"/>
              <a:gd name="T15" fmla="*/ 1461552 h 1647826"/>
              <a:gd name="T16" fmla="*/ 930127 w 1647825"/>
              <a:gd name="T17" fmla="*/ 1463902 h 1647826"/>
              <a:gd name="T18" fmla="*/ 1356122 w 1647825"/>
              <a:gd name="T19" fmla="*/ 1452828 h 1647826"/>
              <a:gd name="T20" fmla="*/ 1149747 w 1647825"/>
              <a:gd name="T21" fmla="*/ 1581151 h 1647826"/>
              <a:gd name="T22" fmla="*/ 515270 w 1647825"/>
              <a:gd name="T23" fmla="*/ 1266356 h 1647826"/>
              <a:gd name="T24" fmla="*/ 425814 w 1647825"/>
              <a:gd name="T25" fmla="*/ 1545074 h 1647826"/>
              <a:gd name="T26" fmla="*/ 236961 w 1647825"/>
              <a:gd name="T27" fmla="*/ 1401552 h 1647826"/>
              <a:gd name="T28" fmla="*/ 652180 w 1647825"/>
              <a:gd name="T29" fmla="*/ 1071563 h 1647826"/>
              <a:gd name="T30" fmla="*/ 198520 w 1647825"/>
              <a:gd name="T31" fmla="*/ 994251 h 1647826"/>
              <a:gd name="T32" fmla="*/ 228545 w 1647825"/>
              <a:gd name="T33" fmla="*/ 1165580 h 1647826"/>
              <a:gd name="T34" fmla="*/ 158888 w 1647825"/>
              <a:gd name="T35" fmla="*/ 998634 h 1647826"/>
              <a:gd name="T36" fmla="*/ 1499776 w 1647825"/>
              <a:gd name="T37" fmla="*/ 943174 h 1647826"/>
              <a:gd name="T38" fmla="*/ 1443657 w 1647825"/>
              <a:gd name="T39" fmla="*/ 1118941 h 1647826"/>
              <a:gd name="T40" fmla="*/ 1430523 w 1647825"/>
              <a:gd name="T41" fmla="*/ 1050060 h 1647826"/>
              <a:gd name="T42" fmla="*/ 1647825 w 1647825"/>
              <a:gd name="T43" fmla="*/ 804876 h 1647826"/>
              <a:gd name="T44" fmla="*/ 1627188 w 1647825"/>
              <a:gd name="T45" fmla="*/ 1006630 h 1647826"/>
              <a:gd name="T46" fmla="*/ 1562100 w 1647825"/>
              <a:gd name="T47" fmla="*/ 1190116 h 1647826"/>
              <a:gd name="T48" fmla="*/ 1456928 w 1647825"/>
              <a:gd name="T49" fmla="*/ 1350963 h 1647826"/>
              <a:gd name="T50" fmla="*/ 1529556 w 1647825"/>
              <a:gd name="T51" fmla="*/ 1167081 h 1647826"/>
              <a:gd name="T52" fmla="*/ 1588294 w 1647825"/>
              <a:gd name="T53" fmla="*/ 1003056 h 1647826"/>
              <a:gd name="T54" fmla="*/ 1608931 w 1647825"/>
              <a:gd name="T55" fmla="*/ 823940 h 1647826"/>
              <a:gd name="T56" fmla="*/ 45244 w 1647825"/>
              <a:gd name="T57" fmla="*/ 926307 h 1647826"/>
              <a:gd name="T58" fmla="*/ 89297 w 1647825"/>
              <a:gd name="T59" fmla="*/ 1101726 h 1647826"/>
              <a:gd name="T60" fmla="*/ 170260 w 1647825"/>
              <a:gd name="T61" fmla="*/ 1259285 h 1647826"/>
              <a:gd name="T62" fmla="*/ 135335 w 1647825"/>
              <a:gd name="T63" fmla="*/ 1276748 h 1647826"/>
              <a:gd name="T64" fmla="*/ 46831 w 1647825"/>
              <a:gd name="T65" fmla="*/ 1098948 h 1647826"/>
              <a:gd name="T66" fmla="*/ 3175 w 1647825"/>
              <a:gd name="T67" fmla="*/ 900907 h 1647826"/>
              <a:gd name="T68" fmla="*/ 1314889 w 1647825"/>
              <a:gd name="T69" fmla="*/ 671513 h 1647826"/>
              <a:gd name="T70" fmla="*/ 987105 w 1647825"/>
              <a:gd name="T71" fmla="*/ 1046163 h 1647826"/>
              <a:gd name="T72" fmla="*/ 1540533 w 1647825"/>
              <a:gd name="T73" fmla="*/ 418281 h 1647826"/>
              <a:gd name="T74" fmla="*/ 1626767 w 1647825"/>
              <a:gd name="T75" fmla="*/ 640748 h 1647826"/>
              <a:gd name="T76" fmla="*/ 1341437 w 1647825"/>
              <a:gd name="T77" fmla="*/ 662559 h 1647826"/>
              <a:gd name="T78" fmla="*/ 175991 w 1647825"/>
              <a:gd name="T79" fmla="*/ 833870 h 1647826"/>
              <a:gd name="T80" fmla="*/ 31713 w 1647825"/>
              <a:gd name="T81" fmla="*/ 595541 h 1647826"/>
              <a:gd name="T82" fmla="*/ 293316 w 1647825"/>
              <a:gd name="T83" fmla="*/ 387350 h 1647826"/>
              <a:gd name="T84" fmla="*/ 1155020 w 1647825"/>
              <a:gd name="T85" fmla="*/ 223001 h 1647826"/>
              <a:gd name="T86" fmla="*/ 1312138 w 1647825"/>
              <a:gd name="T87" fmla="*/ 341854 h 1647826"/>
              <a:gd name="T88" fmla="*/ 1208052 w 1647825"/>
              <a:gd name="T89" fmla="*/ 302633 h 1647826"/>
              <a:gd name="T90" fmla="*/ 598488 w 1647825"/>
              <a:gd name="T91" fmla="*/ 217164 h 1647826"/>
              <a:gd name="T92" fmla="*/ 395220 w 1647825"/>
              <a:gd name="T93" fmla="*/ 338651 h 1647826"/>
              <a:gd name="T94" fmla="*/ 380872 w 1647825"/>
              <a:gd name="T95" fmla="*/ 299616 h 1647826"/>
              <a:gd name="T96" fmla="*/ 545878 w 1647825"/>
              <a:gd name="T97" fmla="*/ 196850 h 1647826"/>
              <a:gd name="T98" fmla="*/ 1212850 w 1647825"/>
              <a:gd name="T99" fmla="*/ 97392 h 1647826"/>
              <a:gd name="T100" fmla="*/ 1386682 w 1647825"/>
              <a:gd name="T101" fmla="*/ 223079 h 1647826"/>
              <a:gd name="T102" fmla="*/ 1522413 w 1647825"/>
              <a:gd name="T103" fmla="*/ 388938 h 1647826"/>
              <a:gd name="T104" fmla="*/ 1364457 w 1647825"/>
              <a:gd name="T105" fmla="*/ 255694 h 1647826"/>
              <a:gd name="T106" fmla="*/ 1221582 w 1647825"/>
              <a:gd name="T107" fmla="*/ 147507 h 1647826"/>
              <a:gd name="T108" fmla="*/ 1055291 w 1647825"/>
              <a:gd name="T109" fmla="*/ 73527 h 1647826"/>
              <a:gd name="T110" fmla="*/ 470813 w 1647825"/>
              <a:gd name="T111" fmla="*/ 122846 h 1647826"/>
              <a:gd name="T112" fmla="*/ 319328 w 1647825"/>
              <a:gd name="T113" fmla="*/ 222679 h 1647826"/>
              <a:gd name="T114" fmla="*/ 195602 w 1647825"/>
              <a:gd name="T115" fmla="*/ 354728 h 1647826"/>
              <a:gd name="T116" fmla="*/ 218602 w 1647825"/>
              <a:gd name="T117" fmla="*/ 265635 h 1647826"/>
              <a:gd name="T118" fmla="*/ 383174 w 1647825"/>
              <a:gd name="T119" fmla="*/ 127619 h 1647826"/>
              <a:gd name="T120" fmla="*/ 580263 w 1647825"/>
              <a:gd name="T121" fmla="*/ 36139 h 1647826"/>
              <a:gd name="T122" fmla="*/ 995500 w 1647825"/>
              <a:gd name="T123" fmla="*/ 18230 h 1647826"/>
              <a:gd name="T124" fmla="*/ 630147 w 1647825"/>
              <a:gd name="T125" fmla="*/ 63409 h 1647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47825" h="1647826">
                <a:moveTo>
                  <a:pt x="1069148" y="1570038"/>
                </a:moveTo>
                <a:lnTo>
                  <a:pt x="1117600" y="1593610"/>
                </a:lnTo>
                <a:lnTo>
                  <a:pt x="1100126" y="1600289"/>
                </a:lnTo>
                <a:lnTo>
                  <a:pt x="1082651" y="1606182"/>
                </a:lnTo>
                <a:lnTo>
                  <a:pt x="1065177" y="1611682"/>
                </a:lnTo>
                <a:lnTo>
                  <a:pt x="1047305" y="1616790"/>
                </a:lnTo>
                <a:lnTo>
                  <a:pt x="1029831" y="1621504"/>
                </a:lnTo>
                <a:lnTo>
                  <a:pt x="1011562" y="1626218"/>
                </a:lnTo>
                <a:lnTo>
                  <a:pt x="993293" y="1630147"/>
                </a:lnTo>
                <a:lnTo>
                  <a:pt x="974628" y="1634076"/>
                </a:lnTo>
                <a:lnTo>
                  <a:pt x="956359" y="1636826"/>
                </a:lnTo>
                <a:lnTo>
                  <a:pt x="937693" y="1639969"/>
                </a:lnTo>
                <a:lnTo>
                  <a:pt x="919027" y="1641933"/>
                </a:lnTo>
                <a:lnTo>
                  <a:pt x="899964" y="1644290"/>
                </a:lnTo>
                <a:lnTo>
                  <a:pt x="880901" y="1645469"/>
                </a:lnTo>
                <a:lnTo>
                  <a:pt x="862235" y="1646648"/>
                </a:lnTo>
                <a:lnTo>
                  <a:pt x="842775" y="1647826"/>
                </a:lnTo>
                <a:lnTo>
                  <a:pt x="823315" y="1647826"/>
                </a:lnTo>
                <a:lnTo>
                  <a:pt x="804252" y="1647826"/>
                </a:lnTo>
                <a:lnTo>
                  <a:pt x="785586" y="1646648"/>
                </a:lnTo>
                <a:lnTo>
                  <a:pt x="766523" y="1645862"/>
                </a:lnTo>
                <a:lnTo>
                  <a:pt x="747857" y="1644290"/>
                </a:lnTo>
                <a:lnTo>
                  <a:pt x="729986" y="1642326"/>
                </a:lnTo>
                <a:lnTo>
                  <a:pt x="711320" y="1640362"/>
                </a:lnTo>
                <a:lnTo>
                  <a:pt x="693051" y="1637219"/>
                </a:lnTo>
                <a:lnTo>
                  <a:pt x="674782" y="1634469"/>
                </a:lnTo>
                <a:lnTo>
                  <a:pt x="656911" y="1630933"/>
                </a:lnTo>
                <a:lnTo>
                  <a:pt x="639039" y="1627004"/>
                </a:lnTo>
                <a:lnTo>
                  <a:pt x="621168" y="1622683"/>
                </a:lnTo>
                <a:lnTo>
                  <a:pt x="603693" y="1617968"/>
                </a:lnTo>
                <a:lnTo>
                  <a:pt x="586219" y="1613254"/>
                </a:lnTo>
                <a:lnTo>
                  <a:pt x="569142" y="1607754"/>
                </a:lnTo>
                <a:lnTo>
                  <a:pt x="552064" y="1602253"/>
                </a:lnTo>
                <a:lnTo>
                  <a:pt x="534987" y="1596360"/>
                </a:lnTo>
                <a:lnTo>
                  <a:pt x="583439" y="1572003"/>
                </a:lnTo>
                <a:lnTo>
                  <a:pt x="597736" y="1576324"/>
                </a:lnTo>
                <a:lnTo>
                  <a:pt x="612033" y="1580646"/>
                </a:lnTo>
                <a:lnTo>
                  <a:pt x="626728" y="1584182"/>
                </a:lnTo>
                <a:lnTo>
                  <a:pt x="640628" y="1587717"/>
                </a:lnTo>
                <a:lnTo>
                  <a:pt x="655322" y="1591253"/>
                </a:lnTo>
                <a:lnTo>
                  <a:pt x="670811" y="1594396"/>
                </a:lnTo>
                <a:lnTo>
                  <a:pt x="685505" y="1597146"/>
                </a:lnTo>
                <a:lnTo>
                  <a:pt x="700597" y="1599896"/>
                </a:lnTo>
                <a:lnTo>
                  <a:pt x="715689" y="1601861"/>
                </a:lnTo>
                <a:lnTo>
                  <a:pt x="730780" y="1603432"/>
                </a:lnTo>
                <a:lnTo>
                  <a:pt x="745872" y="1605396"/>
                </a:lnTo>
                <a:lnTo>
                  <a:pt x="760963" y="1606575"/>
                </a:lnTo>
                <a:lnTo>
                  <a:pt x="776452" y="1607754"/>
                </a:lnTo>
                <a:lnTo>
                  <a:pt x="791941" y="1608932"/>
                </a:lnTo>
                <a:lnTo>
                  <a:pt x="807429" y="1609325"/>
                </a:lnTo>
                <a:lnTo>
                  <a:pt x="823315" y="1609325"/>
                </a:lnTo>
                <a:lnTo>
                  <a:pt x="839201" y="1609325"/>
                </a:lnTo>
                <a:lnTo>
                  <a:pt x="855087" y="1608147"/>
                </a:lnTo>
                <a:lnTo>
                  <a:pt x="870973" y="1607754"/>
                </a:lnTo>
                <a:lnTo>
                  <a:pt x="887256" y="1606575"/>
                </a:lnTo>
                <a:lnTo>
                  <a:pt x="902744" y="1605396"/>
                </a:lnTo>
                <a:lnTo>
                  <a:pt x="918233" y="1603432"/>
                </a:lnTo>
                <a:lnTo>
                  <a:pt x="933722" y="1601468"/>
                </a:lnTo>
                <a:lnTo>
                  <a:pt x="949210" y="1598718"/>
                </a:lnTo>
                <a:lnTo>
                  <a:pt x="964699" y="1596360"/>
                </a:lnTo>
                <a:lnTo>
                  <a:pt x="980188" y="1593218"/>
                </a:lnTo>
                <a:lnTo>
                  <a:pt x="995279" y="1590467"/>
                </a:lnTo>
                <a:lnTo>
                  <a:pt x="1010371" y="1586932"/>
                </a:lnTo>
                <a:lnTo>
                  <a:pt x="1025065" y="1583003"/>
                </a:lnTo>
                <a:lnTo>
                  <a:pt x="1039760" y="1578681"/>
                </a:lnTo>
                <a:lnTo>
                  <a:pt x="1054454" y="1574360"/>
                </a:lnTo>
                <a:lnTo>
                  <a:pt x="1069148" y="1570038"/>
                </a:lnTo>
                <a:close/>
                <a:moveTo>
                  <a:pt x="990600" y="1450975"/>
                </a:moveTo>
                <a:lnTo>
                  <a:pt x="960761" y="1497590"/>
                </a:lnTo>
                <a:lnTo>
                  <a:pt x="944450" y="1500332"/>
                </a:lnTo>
                <a:lnTo>
                  <a:pt x="927740" y="1503466"/>
                </a:lnTo>
                <a:lnTo>
                  <a:pt x="910632" y="1505424"/>
                </a:lnTo>
                <a:lnTo>
                  <a:pt x="893923" y="1507775"/>
                </a:lnTo>
                <a:lnTo>
                  <a:pt x="876417" y="1508950"/>
                </a:lnTo>
                <a:lnTo>
                  <a:pt x="859310" y="1510125"/>
                </a:lnTo>
                <a:lnTo>
                  <a:pt x="841804" y="1510909"/>
                </a:lnTo>
                <a:lnTo>
                  <a:pt x="824299" y="1511300"/>
                </a:lnTo>
                <a:lnTo>
                  <a:pt x="807589" y="1510909"/>
                </a:lnTo>
                <a:lnTo>
                  <a:pt x="791675" y="1510125"/>
                </a:lnTo>
                <a:lnTo>
                  <a:pt x="775363" y="1508950"/>
                </a:lnTo>
                <a:lnTo>
                  <a:pt x="759051" y="1507775"/>
                </a:lnTo>
                <a:lnTo>
                  <a:pt x="743137" y="1506208"/>
                </a:lnTo>
                <a:lnTo>
                  <a:pt x="727223" y="1503858"/>
                </a:lnTo>
                <a:lnTo>
                  <a:pt x="711707" y="1501899"/>
                </a:lnTo>
                <a:lnTo>
                  <a:pt x="695395" y="1498765"/>
                </a:lnTo>
                <a:lnTo>
                  <a:pt x="666750" y="1453326"/>
                </a:lnTo>
                <a:lnTo>
                  <a:pt x="685449" y="1458026"/>
                </a:lnTo>
                <a:lnTo>
                  <a:pt x="704546" y="1461552"/>
                </a:lnTo>
                <a:lnTo>
                  <a:pt x="724041" y="1465077"/>
                </a:lnTo>
                <a:lnTo>
                  <a:pt x="743933" y="1467819"/>
                </a:lnTo>
                <a:lnTo>
                  <a:pt x="763428" y="1469778"/>
                </a:lnTo>
                <a:lnTo>
                  <a:pt x="783718" y="1471345"/>
                </a:lnTo>
                <a:lnTo>
                  <a:pt x="803611" y="1472520"/>
                </a:lnTo>
                <a:lnTo>
                  <a:pt x="824299" y="1472520"/>
                </a:lnTo>
                <a:lnTo>
                  <a:pt x="845783" y="1472520"/>
                </a:lnTo>
                <a:lnTo>
                  <a:pt x="866869" y="1470953"/>
                </a:lnTo>
                <a:lnTo>
                  <a:pt x="888353" y="1469386"/>
                </a:lnTo>
                <a:lnTo>
                  <a:pt x="909439" y="1467428"/>
                </a:lnTo>
                <a:lnTo>
                  <a:pt x="930127" y="1463902"/>
                </a:lnTo>
                <a:lnTo>
                  <a:pt x="950417" y="1460377"/>
                </a:lnTo>
                <a:lnTo>
                  <a:pt x="970708" y="1456068"/>
                </a:lnTo>
                <a:lnTo>
                  <a:pt x="990600" y="1450975"/>
                </a:lnTo>
                <a:close/>
                <a:moveTo>
                  <a:pt x="1402556" y="1195388"/>
                </a:moveTo>
                <a:lnTo>
                  <a:pt x="1425972" y="1326889"/>
                </a:lnTo>
                <a:lnTo>
                  <a:pt x="1435100" y="1376153"/>
                </a:lnTo>
                <a:lnTo>
                  <a:pt x="1420019" y="1392044"/>
                </a:lnTo>
                <a:lnTo>
                  <a:pt x="1404541" y="1408333"/>
                </a:lnTo>
                <a:lnTo>
                  <a:pt x="1389063" y="1423429"/>
                </a:lnTo>
                <a:lnTo>
                  <a:pt x="1372394" y="1438526"/>
                </a:lnTo>
                <a:lnTo>
                  <a:pt x="1356122" y="1452828"/>
                </a:lnTo>
                <a:lnTo>
                  <a:pt x="1339056" y="1467131"/>
                </a:lnTo>
                <a:lnTo>
                  <a:pt x="1321594" y="1480241"/>
                </a:lnTo>
                <a:lnTo>
                  <a:pt x="1303734" y="1493749"/>
                </a:lnTo>
                <a:lnTo>
                  <a:pt x="1285875" y="1506462"/>
                </a:lnTo>
                <a:lnTo>
                  <a:pt x="1267619" y="1518380"/>
                </a:lnTo>
                <a:lnTo>
                  <a:pt x="1248569" y="1529902"/>
                </a:lnTo>
                <a:lnTo>
                  <a:pt x="1229519" y="1541423"/>
                </a:lnTo>
                <a:lnTo>
                  <a:pt x="1210072" y="1552149"/>
                </a:lnTo>
                <a:lnTo>
                  <a:pt x="1190228" y="1562082"/>
                </a:lnTo>
                <a:lnTo>
                  <a:pt x="1170384" y="1572014"/>
                </a:lnTo>
                <a:lnTo>
                  <a:pt x="1149747" y="1581151"/>
                </a:lnTo>
                <a:lnTo>
                  <a:pt x="1103709" y="1557711"/>
                </a:lnTo>
                <a:lnTo>
                  <a:pt x="989012" y="1500503"/>
                </a:lnTo>
                <a:lnTo>
                  <a:pt x="996553" y="1489379"/>
                </a:lnTo>
                <a:lnTo>
                  <a:pt x="1027906" y="1439321"/>
                </a:lnTo>
                <a:lnTo>
                  <a:pt x="1136253" y="1267694"/>
                </a:lnTo>
                <a:lnTo>
                  <a:pt x="1342628" y="1211279"/>
                </a:lnTo>
                <a:lnTo>
                  <a:pt x="1400969" y="1195785"/>
                </a:lnTo>
                <a:lnTo>
                  <a:pt x="1402556" y="1195388"/>
                </a:lnTo>
                <a:close/>
                <a:moveTo>
                  <a:pt x="252864" y="1195388"/>
                </a:moveTo>
                <a:lnTo>
                  <a:pt x="302960" y="1209265"/>
                </a:lnTo>
                <a:lnTo>
                  <a:pt x="515270" y="1266356"/>
                </a:lnTo>
                <a:lnTo>
                  <a:pt x="518849" y="1267545"/>
                </a:lnTo>
                <a:lnTo>
                  <a:pt x="537137" y="1295695"/>
                </a:lnTo>
                <a:lnTo>
                  <a:pt x="629775" y="1441992"/>
                </a:lnTo>
                <a:lnTo>
                  <a:pt x="660786" y="1491154"/>
                </a:lnTo>
                <a:lnTo>
                  <a:pt x="666750" y="1500669"/>
                </a:lnTo>
                <a:lnTo>
                  <a:pt x="550655" y="1559743"/>
                </a:lnTo>
                <a:lnTo>
                  <a:pt x="504138" y="1582738"/>
                </a:lnTo>
                <a:lnTo>
                  <a:pt x="484259" y="1574412"/>
                </a:lnTo>
                <a:lnTo>
                  <a:pt x="464379" y="1564897"/>
                </a:lnTo>
                <a:lnTo>
                  <a:pt x="444898" y="1555382"/>
                </a:lnTo>
                <a:lnTo>
                  <a:pt x="425814" y="1545074"/>
                </a:lnTo>
                <a:lnTo>
                  <a:pt x="407127" y="1533973"/>
                </a:lnTo>
                <a:lnTo>
                  <a:pt x="388441" y="1522871"/>
                </a:lnTo>
                <a:lnTo>
                  <a:pt x="370152" y="1511374"/>
                </a:lnTo>
                <a:lnTo>
                  <a:pt x="352260" y="1498687"/>
                </a:lnTo>
                <a:lnTo>
                  <a:pt x="334767" y="1486396"/>
                </a:lnTo>
                <a:lnTo>
                  <a:pt x="317671" y="1473313"/>
                </a:lnTo>
                <a:lnTo>
                  <a:pt x="300972" y="1459833"/>
                </a:lnTo>
                <a:lnTo>
                  <a:pt x="284671" y="1445560"/>
                </a:lnTo>
                <a:lnTo>
                  <a:pt x="267972" y="1431287"/>
                </a:lnTo>
                <a:lnTo>
                  <a:pt x="252467" y="1416618"/>
                </a:lnTo>
                <a:lnTo>
                  <a:pt x="236961" y="1401552"/>
                </a:lnTo>
                <a:lnTo>
                  <a:pt x="222250" y="1386090"/>
                </a:lnTo>
                <a:lnTo>
                  <a:pt x="230202" y="1336531"/>
                </a:lnTo>
                <a:lnTo>
                  <a:pt x="251671" y="1203318"/>
                </a:lnTo>
                <a:lnTo>
                  <a:pt x="252864" y="1195388"/>
                </a:lnTo>
                <a:close/>
                <a:moveTo>
                  <a:pt x="950912" y="1071563"/>
                </a:moveTo>
                <a:lnTo>
                  <a:pt x="998316" y="1071563"/>
                </a:lnTo>
                <a:lnTo>
                  <a:pt x="1120775" y="1245264"/>
                </a:lnTo>
                <a:lnTo>
                  <a:pt x="1119590" y="1245662"/>
                </a:lnTo>
                <a:lnTo>
                  <a:pt x="1095888" y="1279526"/>
                </a:lnTo>
                <a:lnTo>
                  <a:pt x="950912" y="1071563"/>
                </a:lnTo>
                <a:close/>
                <a:moveTo>
                  <a:pt x="652180" y="1071563"/>
                </a:moveTo>
                <a:lnTo>
                  <a:pt x="700087" y="1071563"/>
                </a:lnTo>
                <a:lnTo>
                  <a:pt x="554783" y="1276351"/>
                </a:lnTo>
                <a:lnTo>
                  <a:pt x="534987" y="1244662"/>
                </a:lnTo>
                <a:lnTo>
                  <a:pt x="652180" y="1071563"/>
                </a:lnTo>
                <a:close/>
                <a:moveTo>
                  <a:pt x="177703" y="873125"/>
                </a:moveTo>
                <a:lnTo>
                  <a:pt x="179305" y="893844"/>
                </a:lnTo>
                <a:lnTo>
                  <a:pt x="182107" y="914164"/>
                </a:lnTo>
                <a:lnTo>
                  <a:pt x="185710" y="934485"/>
                </a:lnTo>
                <a:lnTo>
                  <a:pt x="188913" y="954805"/>
                </a:lnTo>
                <a:lnTo>
                  <a:pt x="193716" y="974727"/>
                </a:lnTo>
                <a:lnTo>
                  <a:pt x="198520" y="994251"/>
                </a:lnTo>
                <a:lnTo>
                  <a:pt x="204125" y="1013774"/>
                </a:lnTo>
                <a:lnTo>
                  <a:pt x="210931" y="1032899"/>
                </a:lnTo>
                <a:lnTo>
                  <a:pt x="217336" y="1052025"/>
                </a:lnTo>
                <a:lnTo>
                  <a:pt x="224942" y="1070751"/>
                </a:lnTo>
                <a:lnTo>
                  <a:pt x="232949" y="1089478"/>
                </a:lnTo>
                <a:lnTo>
                  <a:pt x="241356" y="1107009"/>
                </a:lnTo>
                <a:lnTo>
                  <a:pt x="250563" y="1124939"/>
                </a:lnTo>
                <a:lnTo>
                  <a:pt x="260171" y="1142470"/>
                </a:lnTo>
                <a:lnTo>
                  <a:pt x="270179" y="1159603"/>
                </a:lnTo>
                <a:lnTo>
                  <a:pt x="280988" y="1176338"/>
                </a:lnTo>
                <a:lnTo>
                  <a:pt x="228545" y="1165580"/>
                </a:lnTo>
                <a:lnTo>
                  <a:pt x="220538" y="1151236"/>
                </a:lnTo>
                <a:lnTo>
                  <a:pt x="212532" y="1136494"/>
                </a:lnTo>
                <a:lnTo>
                  <a:pt x="205326" y="1121752"/>
                </a:lnTo>
                <a:lnTo>
                  <a:pt x="198120" y="1107009"/>
                </a:lnTo>
                <a:lnTo>
                  <a:pt x="191315" y="1091869"/>
                </a:lnTo>
                <a:lnTo>
                  <a:pt x="185310" y="1076728"/>
                </a:lnTo>
                <a:lnTo>
                  <a:pt x="178904" y="1061587"/>
                </a:lnTo>
                <a:lnTo>
                  <a:pt x="173300" y="1046048"/>
                </a:lnTo>
                <a:lnTo>
                  <a:pt x="168096" y="1030509"/>
                </a:lnTo>
                <a:lnTo>
                  <a:pt x="163292" y="1014571"/>
                </a:lnTo>
                <a:lnTo>
                  <a:pt x="158888" y="998634"/>
                </a:lnTo>
                <a:lnTo>
                  <a:pt x="154885" y="982297"/>
                </a:lnTo>
                <a:lnTo>
                  <a:pt x="151282" y="966360"/>
                </a:lnTo>
                <a:lnTo>
                  <a:pt x="148079" y="949227"/>
                </a:lnTo>
                <a:lnTo>
                  <a:pt x="144877" y="932492"/>
                </a:lnTo>
                <a:lnTo>
                  <a:pt x="142875" y="915360"/>
                </a:lnTo>
                <a:lnTo>
                  <a:pt x="143275" y="915758"/>
                </a:lnTo>
                <a:lnTo>
                  <a:pt x="177703" y="873125"/>
                </a:lnTo>
                <a:close/>
                <a:moveTo>
                  <a:pt x="1469926" y="865188"/>
                </a:moveTo>
                <a:lnTo>
                  <a:pt x="1504950" y="909130"/>
                </a:lnTo>
                <a:lnTo>
                  <a:pt x="1502960" y="925756"/>
                </a:lnTo>
                <a:lnTo>
                  <a:pt x="1499776" y="943174"/>
                </a:lnTo>
                <a:lnTo>
                  <a:pt x="1496990" y="959801"/>
                </a:lnTo>
                <a:lnTo>
                  <a:pt x="1493408" y="976428"/>
                </a:lnTo>
                <a:lnTo>
                  <a:pt x="1489428" y="993054"/>
                </a:lnTo>
                <a:lnTo>
                  <a:pt x="1484652" y="1009285"/>
                </a:lnTo>
                <a:lnTo>
                  <a:pt x="1479876" y="1025516"/>
                </a:lnTo>
                <a:lnTo>
                  <a:pt x="1474702" y="1041350"/>
                </a:lnTo>
                <a:lnTo>
                  <a:pt x="1469528" y="1057185"/>
                </a:lnTo>
                <a:lnTo>
                  <a:pt x="1463558" y="1073020"/>
                </a:lnTo>
                <a:lnTo>
                  <a:pt x="1457190" y="1088855"/>
                </a:lnTo>
                <a:lnTo>
                  <a:pt x="1450423" y="1103898"/>
                </a:lnTo>
                <a:lnTo>
                  <a:pt x="1443657" y="1118941"/>
                </a:lnTo>
                <a:lnTo>
                  <a:pt x="1435697" y="1133984"/>
                </a:lnTo>
                <a:lnTo>
                  <a:pt x="1428533" y="1148631"/>
                </a:lnTo>
                <a:lnTo>
                  <a:pt x="1420175" y="1162883"/>
                </a:lnTo>
                <a:lnTo>
                  <a:pt x="1365250" y="1177926"/>
                </a:lnTo>
                <a:lnTo>
                  <a:pt x="1376394" y="1160508"/>
                </a:lnTo>
                <a:lnTo>
                  <a:pt x="1386743" y="1143089"/>
                </a:lnTo>
                <a:lnTo>
                  <a:pt x="1396693" y="1124879"/>
                </a:lnTo>
                <a:lnTo>
                  <a:pt x="1405847" y="1106669"/>
                </a:lnTo>
                <a:lnTo>
                  <a:pt x="1414603" y="1088063"/>
                </a:lnTo>
                <a:lnTo>
                  <a:pt x="1422961" y="1069457"/>
                </a:lnTo>
                <a:lnTo>
                  <a:pt x="1430523" y="1050060"/>
                </a:lnTo>
                <a:lnTo>
                  <a:pt x="1437687" y="1030662"/>
                </a:lnTo>
                <a:lnTo>
                  <a:pt x="1444055" y="1010868"/>
                </a:lnTo>
                <a:lnTo>
                  <a:pt x="1449627" y="990283"/>
                </a:lnTo>
                <a:lnTo>
                  <a:pt x="1454802" y="970094"/>
                </a:lnTo>
                <a:lnTo>
                  <a:pt x="1459180" y="949508"/>
                </a:lnTo>
                <a:lnTo>
                  <a:pt x="1463160" y="928923"/>
                </a:lnTo>
                <a:lnTo>
                  <a:pt x="1466344" y="907942"/>
                </a:lnTo>
                <a:lnTo>
                  <a:pt x="1468334" y="886565"/>
                </a:lnTo>
                <a:lnTo>
                  <a:pt x="1469926" y="865188"/>
                </a:lnTo>
                <a:close/>
                <a:moveTo>
                  <a:pt x="1646635" y="785813"/>
                </a:moveTo>
                <a:lnTo>
                  <a:pt x="1647825" y="804876"/>
                </a:lnTo>
                <a:lnTo>
                  <a:pt x="1647825" y="823940"/>
                </a:lnTo>
                <a:lnTo>
                  <a:pt x="1647825" y="842606"/>
                </a:lnTo>
                <a:lnTo>
                  <a:pt x="1646635" y="861669"/>
                </a:lnTo>
                <a:lnTo>
                  <a:pt x="1645841" y="879938"/>
                </a:lnTo>
                <a:lnTo>
                  <a:pt x="1644650" y="898605"/>
                </a:lnTo>
                <a:lnTo>
                  <a:pt x="1642269" y="916477"/>
                </a:lnTo>
                <a:lnTo>
                  <a:pt x="1640285" y="934746"/>
                </a:lnTo>
                <a:lnTo>
                  <a:pt x="1637506" y="953015"/>
                </a:lnTo>
                <a:lnTo>
                  <a:pt x="1634728" y="970887"/>
                </a:lnTo>
                <a:lnTo>
                  <a:pt x="1631156" y="988759"/>
                </a:lnTo>
                <a:lnTo>
                  <a:pt x="1627188" y="1006630"/>
                </a:lnTo>
                <a:lnTo>
                  <a:pt x="1623616" y="1023708"/>
                </a:lnTo>
                <a:lnTo>
                  <a:pt x="1618853" y="1041183"/>
                </a:lnTo>
                <a:lnTo>
                  <a:pt x="1614091" y="1058260"/>
                </a:lnTo>
                <a:lnTo>
                  <a:pt x="1608931" y="1075735"/>
                </a:lnTo>
                <a:lnTo>
                  <a:pt x="1602978" y="1092416"/>
                </a:lnTo>
                <a:lnTo>
                  <a:pt x="1597025" y="1109096"/>
                </a:lnTo>
                <a:lnTo>
                  <a:pt x="1590675" y="1125777"/>
                </a:lnTo>
                <a:lnTo>
                  <a:pt x="1584325" y="1142060"/>
                </a:lnTo>
                <a:lnTo>
                  <a:pt x="1576785" y="1158343"/>
                </a:lnTo>
                <a:lnTo>
                  <a:pt x="1569641" y="1174229"/>
                </a:lnTo>
                <a:lnTo>
                  <a:pt x="1562100" y="1190116"/>
                </a:lnTo>
                <a:lnTo>
                  <a:pt x="1553766" y="1205605"/>
                </a:lnTo>
                <a:lnTo>
                  <a:pt x="1545828" y="1221094"/>
                </a:lnTo>
                <a:lnTo>
                  <a:pt x="1537097" y="1236980"/>
                </a:lnTo>
                <a:lnTo>
                  <a:pt x="1527969" y="1251675"/>
                </a:lnTo>
                <a:lnTo>
                  <a:pt x="1518841" y="1266767"/>
                </a:lnTo>
                <a:lnTo>
                  <a:pt x="1508919" y="1281461"/>
                </a:lnTo>
                <a:lnTo>
                  <a:pt x="1499394" y="1295759"/>
                </a:lnTo>
                <a:lnTo>
                  <a:pt x="1489075" y="1309659"/>
                </a:lnTo>
                <a:lnTo>
                  <a:pt x="1478756" y="1323560"/>
                </a:lnTo>
                <a:lnTo>
                  <a:pt x="1468041" y="1337460"/>
                </a:lnTo>
                <a:lnTo>
                  <a:pt x="1456928" y="1350963"/>
                </a:lnTo>
                <a:lnTo>
                  <a:pt x="1447800" y="1300525"/>
                </a:lnTo>
                <a:lnTo>
                  <a:pt x="1457325" y="1287816"/>
                </a:lnTo>
                <a:lnTo>
                  <a:pt x="1466453" y="1274710"/>
                </a:lnTo>
                <a:lnTo>
                  <a:pt x="1474788" y="1262398"/>
                </a:lnTo>
                <a:lnTo>
                  <a:pt x="1483519" y="1248895"/>
                </a:lnTo>
                <a:lnTo>
                  <a:pt x="1492250" y="1235789"/>
                </a:lnTo>
                <a:lnTo>
                  <a:pt x="1499791" y="1222682"/>
                </a:lnTo>
                <a:lnTo>
                  <a:pt x="1508125" y="1208782"/>
                </a:lnTo>
                <a:lnTo>
                  <a:pt x="1515666" y="1195279"/>
                </a:lnTo>
                <a:lnTo>
                  <a:pt x="1522810" y="1180981"/>
                </a:lnTo>
                <a:lnTo>
                  <a:pt x="1529556" y="1167081"/>
                </a:lnTo>
                <a:lnTo>
                  <a:pt x="1536700" y="1153180"/>
                </a:lnTo>
                <a:lnTo>
                  <a:pt x="1543050" y="1138883"/>
                </a:lnTo>
                <a:lnTo>
                  <a:pt x="1549003" y="1124188"/>
                </a:lnTo>
                <a:lnTo>
                  <a:pt x="1555353" y="1109493"/>
                </a:lnTo>
                <a:lnTo>
                  <a:pt x="1560910" y="1094799"/>
                </a:lnTo>
                <a:lnTo>
                  <a:pt x="1566069" y="1079707"/>
                </a:lnTo>
                <a:lnTo>
                  <a:pt x="1571228" y="1064218"/>
                </a:lnTo>
                <a:lnTo>
                  <a:pt x="1575991" y="1049126"/>
                </a:lnTo>
                <a:lnTo>
                  <a:pt x="1580356" y="1034034"/>
                </a:lnTo>
                <a:lnTo>
                  <a:pt x="1584722" y="1018545"/>
                </a:lnTo>
                <a:lnTo>
                  <a:pt x="1588294" y="1003056"/>
                </a:lnTo>
                <a:lnTo>
                  <a:pt x="1591866" y="987170"/>
                </a:lnTo>
                <a:lnTo>
                  <a:pt x="1595041" y="971681"/>
                </a:lnTo>
                <a:lnTo>
                  <a:pt x="1597819" y="955398"/>
                </a:lnTo>
                <a:lnTo>
                  <a:pt x="1600597" y="939511"/>
                </a:lnTo>
                <a:lnTo>
                  <a:pt x="1602581" y="923228"/>
                </a:lnTo>
                <a:lnTo>
                  <a:pt x="1604566" y="906945"/>
                </a:lnTo>
                <a:lnTo>
                  <a:pt x="1606153" y="890662"/>
                </a:lnTo>
                <a:lnTo>
                  <a:pt x="1606947" y="874378"/>
                </a:lnTo>
                <a:lnTo>
                  <a:pt x="1607741" y="857301"/>
                </a:lnTo>
                <a:lnTo>
                  <a:pt x="1608931" y="841017"/>
                </a:lnTo>
                <a:lnTo>
                  <a:pt x="1608931" y="823940"/>
                </a:lnTo>
                <a:lnTo>
                  <a:pt x="1608931" y="822351"/>
                </a:lnTo>
                <a:lnTo>
                  <a:pt x="1646635" y="785813"/>
                </a:lnTo>
                <a:close/>
                <a:moveTo>
                  <a:pt x="1191" y="779463"/>
                </a:moveTo>
                <a:lnTo>
                  <a:pt x="39291" y="816372"/>
                </a:lnTo>
                <a:lnTo>
                  <a:pt x="38894" y="824707"/>
                </a:lnTo>
                <a:lnTo>
                  <a:pt x="39291" y="842169"/>
                </a:lnTo>
                <a:lnTo>
                  <a:pt x="39687" y="858838"/>
                </a:lnTo>
                <a:lnTo>
                  <a:pt x="40481" y="876300"/>
                </a:lnTo>
                <a:lnTo>
                  <a:pt x="41672" y="892969"/>
                </a:lnTo>
                <a:lnTo>
                  <a:pt x="43656" y="910035"/>
                </a:lnTo>
                <a:lnTo>
                  <a:pt x="45244" y="926307"/>
                </a:lnTo>
                <a:lnTo>
                  <a:pt x="47625" y="943372"/>
                </a:lnTo>
                <a:lnTo>
                  <a:pt x="50403" y="959644"/>
                </a:lnTo>
                <a:lnTo>
                  <a:pt x="53578" y="975519"/>
                </a:lnTo>
                <a:lnTo>
                  <a:pt x="56753" y="992188"/>
                </a:lnTo>
                <a:lnTo>
                  <a:pt x="60325" y="1008063"/>
                </a:lnTo>
                <a:lnTo>
                  <a:pt x="64691" y="1023938"/>
                </a:lnTo>
                <a:lnTo>
                  <a:pt x="69056" y="1039813"/>
                </a:lnTo>
                <a:lnTo>
                  <a:pt x="73819" y="1055688"/>
                </a:lnTo>
                <a:lnTo>
                  <a:pt x="78581" y="1071166"/>
                </a:lnTo>
                <a:lnTo>
                  <a:pt x="83741" y="1086644"/>
                </a:lnTo>
                <a:lnTo>
                  <a:pt x="89297" y="1101726"/>
                </a:lnTo>
                <a:lnTo>
                  <a:pt x="95250" y="1116807"/>
                </a:lnTo>
                <a:lnTo>
                  <a:pt x="101203" y="1131888"/>
                </a:lnTo>
                <a:lnTo>
                  <a:pt x="108347" y="1146573"/>
                </a:lnTo>
                <a:lnTo>
                  <a:pt x="114697" y="1161257"/>
                </a:lnTo>
                <a:lnTo>
                  <a:pt x="122238" y="1175941"/>
                </a:lnTo>
                <a:lnTo>
                  <a:pt x="129381" y="1190229"/>
                </a:lnTo>
                <a:lnTo>
                  <a:pt x="137319" y="1204517"/>
                </a:lnTo>
                <a:lnTo>
                  <a:pt x="144860" y="1218407"/>
                </a:lnTo>
                <a:lnTo>
                  <a:pt x="153194" y="1232298"/>
                </a:lnTo>
                <a:lnTo>
                  <a:pt x="161925" y="1245792"/>
                </a:lnTo>
                <a:lnTo>
                  <a:pt x="170260" y="1259285"/>
                </a:lnTo>
                <a:lnTo>
                  <a:pt x="179388" y="1272382"/>
                </a:lnTo>
                <a:lnTo>
                  <a:pt x="188913" y="1285479"/>
                </a:lnTo>
                <a:lnTo>
                  <a:pt x="198438" y="1298179"/>
                </a:lnTo>
                <a:lnTo>
                  <a:pt x="207963" y="1311276"/>
                </a:lnTo>
                <a:lnTo>
                  <a:pt x="199628" y="1362076"/>
                </a:lnTo>
                <a:lnTo>
                  <a:pt x="188516" y="1348186"/>
                </a:lnTo>
                <a:lnTo>
                  <a:pt x="177403" y="1334295"/>
                </a:lnTo>
                <a:lnTo>
                  <a:pt x="166291" y="1320404"/>
                </a:lnTo>
                <a:lnTo>
                  <a:pt x="155575" y="1306117"/>
                </a:lnTo>
                <a:lnTo>
                  <a:pt x="145256" y="1291432"/>
                </a:lnTo>
                <a:lnTo>
                  <a:pt x="135335" y="1276748"/>
                </a:lnTo>
                <a:lnTo>
                  <a:pt x="125413" y="1261667"/>
                </a:lnTo>
                <a:lnTo>
                  <a:pt x="115888" y="1245792"/>
                </a:lnTo>
                <a:lnTo>
                  <a:pt x="106760" y="1230710"/>
                </a:lnTo>
                <a:lnTo>
                  <a:pt x="98425" y="1214835"/>
                </a:lnTo>
                <a:lnTo>
                  <a:pt x="90091" y="1198960"/>
                </a:lnTo>
                <a:lnTo>
                  <a:pt x="81756" y="1183085"/>
                </a:lnTo>
                <a:lnTo>
                  <a:pt x="74216" y="1166416"/>
                </a:lnTo>
                <a:lnTo>
                  <a:pt x="66675" y="1150144"/>
                </a:lnTo>
                <a:lnTo>
                  <a:pt x="59928" y="1133079"/>
                </a:lnTo>
                <a:lnTo>
                  <a:pt x="53578" y="1116410"/>
                </a:lnTo>
                <a:lnTo>
                  <a:pt x="46831" y="1098948"/>
                </a:lnTo>
                <a:lnTo>
                  <a:pt x="41275" y="1081882"/>
                </a:lnTo>
                <a:lnTo>
                  <a:pt x="35719" y="1064419"/>
                </a:lnTo>
                <a:lnTo>
                  <a:pt x="30559" y="1046957"/>
                </a:lnTo>
                <a:lnTo>
                  <a:pt x="25797" y="1029097"/>
                </a:lnTo>
                <a:lnTo>
                  <a:pt x="21431" y="1011635"/>
                </a:lnTo>
                <a:lnTo>
                  <a:pt x="17066" y="993379"/>
                </a:lnTo>
                <a:lnTo>
                  <a:pt x="13494" y="975122"/>
                </a:lnTo>
                <a:lnTo>
                  <a:pt x="10716" y="956469"/>
                </a:lnTo>
                <a:lnTo>
                  <a:pt x="7541" y="938610"/>
                </a:lnTo>
                <a:lnTo>
                  <a:pt x="5556" y="919957"/>
                </a:lnTo>
                <a:lnTo>
                  <a:pt x="3175" y="900907"/>
                </a:lnTo>
                <a:lnTo>
                  <a:pt x="1984" y="882254"/>
                </a:lnTo>
                <a:lnTo>
                  <a:pt x="794" y="863204"/>
                </a:lnTo>
                <a:lnTo>
                  <a:pt x="397" y="844154"/>
                </a:lnTo>
                <a:lnTo>
                  <a:pt x="0" y="824707"/>
                </a:lnTo>
                <a:lnTo>
                  <a:pt x="397" y="802085"/>
                </a:lnTo>
                <a:lnTo>
                  <a:pt x="1191" y="779463"/>
                </a:lnTo>
                <a:close/>
                <a:moveTo>
                  <a:pt x="1314889" y="671513"/>
                </a:moveTo>
                <a:lnTo>
                  <a:pt x="1339850" y="701729"/>
                </a:lnTo>
                <a:lnTo>
                  <a:pt x="1101725" y="776288"/>
                </a:lnTo>
                <a:lnTo>
                  <a:pt x="1116385" y="730768"/>
                </a:lnTo>
                <a:lnTo>
                  <a:pt x="1314889" y="671513"/>
                </a:lnTo>
                <a:close/>
                <a:moveTo>
                  <a:pt x="339763" y="668338"/>
                </a:moveTo>
                <a:lnTo>
                  <a:pt x="538932" y="730250"/>
                </a:lnTo>
                <a:lnTo>
                  <a:pt x="554038" y="776288"/>
                </a:lnTo>
                <a:lnTo>
                  <a:pt x="317500" y="698500"/>
                </a:lnTo>
                <a:lnTo>
                  <a:pt x="339763" y="668338"/>
                </a:lnTo>
                <a:close/>
                <a:moveTo>
                  <a:pt x="828080" y="554038"/>
                </a:moveTo>
                <a:lnTo>
                  <a:pt x="847512" y="567940"/>
                </a:lnTo>
                <a:lnTo>
                  <a:pt x="1087438" y="737939"/>
                </a:lnTo>
                <a:lnTo>
                  <a:pt x="1086645" y="741117"/>
                </a:lnTo>
                <a:lnTo>
                  <a:pt x="1086249" y="742308"/>
                </a:lnTo>
                <a:lnTo>
                  <a:pt x="987105" y="1046163"/>
                </a:lnTo>
                <a:lnTo>
                  <a:pt x="980364" y="1046163"/>
                </a:lnTo>
                <a:lnTo>
                  <a:pt x="935551" y="1046163"/>
                </a:lnTo>
                <a:lnTo>
                  <a:pt x="669054" y="1046163"/>
                </a:lnTo>
                <a:lnTo>
                  <a:pt x="570308" y="742308"/>
                </a:lnTo>
                <a:lnTo>
                  <a:pt x="569911" y="741117"/>
                </a:lnTo>
                <a:lnTo>
                  <a:pt x="568325" y="737939"/>
                </a:lnTo>
                <a:lnTo>
                  <a:pt x="808648" y="567940"/>
                </a:lnTo>
                <a:lnTo>
                  <a:pt x="828080" y="554038"/>
                </a:lnTo>
                <a:close/>
                <a:moveTo>
                  <a:pt x="1360910" y="387350"/>
                </a:moveTo>
                <a:lnTo>
                  <a:pt x="1489666" y="409557"/>
                </a:lnTo>
                <a:lnTo>
                  <a:pt x="1540533" y="418281"/>
                </a:lnTo>
                <a:lnTo>
                  <a:pt x="1550865" y="437316"/>
                </a:lnTo>
                <a:lnTo>
                  <a:pt x="1560800" y="456747"/>
                </a:lnTo>
                <a:lnTo>
                  <a:pt x="1570337" y="476178"/>
                </a:lnTo>
                <a:lnTo>
                  <a:pt x="1579477" y="495213"/>
                </a:lnTo>
                <a:lnTo>
                  <a:pt x="1587425" y="515834"/>
                </a:lnTo>
                <a:lnTo>
                  <a:pt x="1595373" y="536058"/>
                </a:lnTo>
                <a:lnTo>
                  <a:pt x="1602924" y="556282"/>
                </a:lnTo>
                <a:lnTo>
                  <a:pt x="1609679" y="577300"/>
                </a:lnTo>
                <a:lnTo>
                  <a:pt x="1616038" y="597920"/>
                </a:lnTo>
                <a:lnTo>
                  <a:pt x="1621601" y="619731"/>
                </a:lnTo>
                <a:lnTo>
                  <a:pt x="1626767" y="640748"/>
                </a:lnTo>
                <a:lnTo>
                  <a:pt x="1631536" y="662955"/>
                </a:lnTo>
                <a:lnTo>
                  <a:pt x="1635908" y="684369"/>
                </a:lnTo>
                <a:lnTo>
                  <a:pt x="1639484" y="706973"/>
                </a:lnTo>
                <a:lnTo>
                  <a:pt x="1641868" y="728783"/>
                </a:lnTo>
                <a:lnTo>
                  <a:pt x="1644650" y="751387"/>
                </a:lnTo>
                <a:lnTo>
                  <a:pt x="1607692" y="786680"/>
                </a:lnTo>
                <a:lnTo>
                  <a:pt x="1513510" y="877888"/>
                </a:lnTo>
                <a:lnTo>
                  <a:pt x="1508343" y="871543"/>
                </a:lnTo>
                <a:lnTo>
                  <a:pt x="1471386" y="825146"/>
                </a:lnTo>
                <a:lnTo>
                  <a:pt x="1363691" y="689921"/>
                </a:lnTo>
                <a:lnTo>
                  <a:pt x="1341437" y="662559"/>
                </a:lnTo>
                <a:lnTo>
                  <a:pt x="1341835" y="656214"/>
                </a:lnTo>
                <a:lnTo>
                  <a:pt x="1355743" y="455557"/>
                </a:lnTo>
                <a:lnTo>
                  <a:pt x="1360115" y="396074"/>
                </a:lnTo>
                <a:lnTo>
                  <a:pt x="1360910" y="387350"/>
                </a:lnTo>
                <a:close/>
                <a:moveTo>
                  <a:pt x="293316" y="387350"/>
                </a:moveTo>
                <a:lnTo>
                  <a:pt x="293316" y="388143"/>
                </a:lnTo>
                <a:lnTo>
                  <a:pt x="297280" y="446040"/>
                </a:lnTo>
                <a:lnTo>
                  <a:pt x="311549" y="656214"/>
                </a:lnTo>
                <a:lnTo>
                  <a:pt x="312738" y="662559"/>
                </a:lnTo>
                <a:lnTo>
                  <a:pt x="290145" y="689921"/>
                </a:lnTo>
                <a:lnTo>
                  <a:pt x="175991" y="833870"/>
                </a:lnTo>
                <a:lnTo>
                  <a:pt x="141111" y="877888"/>
                </a:lnTo>
                <a:lnTo>
                  <a:pt x="138733" y="875509"/>
                </a:lnTo>
                <a:lnTo>
                  <a:pt x="39641" y="779939"/>
                </a:lnTo>
                <a:lnTo>
                  <a:pt x="3175" y="744646"/>
                </a:lnTo>
                <a:lnTo>
                  <a:pt x="5949" y="722835"/>
                </a:lnTo>
                <a:lnTo>
                  <a:pt x="8724" y="701025"/>
                </a:lnTo>
                <a:lnTo>
                  <a:pt x="12291" y="679611"/>
                </a:lnTo>
                <a:lnTo>
                  <a:pt x="16255" y="658197"/>
                </a:lnTo>
                <a:lnTo>
                  <a:pt x="21011" y="636783"/>
                </a:lnTo>
                <a:lnTo>
                  <a:pt x="26164" y="616162"/>
                </a:lnTo>
                <a:lnTo>
                  <a:pt x="31713" y="595541"/>
                </a:lnTo>
                <a:lnTo>
                  <a:pt x="38452" y="574920"/>
                </a:lnTo>
                <a:lnTo>
                  <a:pt x="44793" y="554696"/>
                </a:lnTo>
                <a:lnTo>
                  <a:pt x="51928" y="534472"/>
                </a:lnTo>
                <a:lnTo>
                  <a:pt x="59855" y="514644"/>
                </a:lnTo>
                <a:lnTo>
                  <a:pt x="68179" y="495213"/>
                </a:lnTo>
                <a:lnTo>
                  <a:pt x="77296" y="476178"/>
                </a:lnTo>
                <a:lnTo>
                  <a:pt x="86016" y="457143"/>
                </a:lnTo>
                <a:lnTo>
                  <a:pt x="95528" y="438109"/>
                </a:lnTo>
                <a:lnTo>
                  <a:pt x="105834" y="419867"/>
                </a:lnTo>
                <a:lnTo>
                  <a:pt x="156173" y="410747"/>
                </a:lnTo>
                <a:lnTo>
                  <a:pt x="293316" y="387350"/>
                </a:lnTo>
                <a:close/>
                <a:moveTo>
                  <a:pt x="808037" y="298450"/>
                </a:moveTo>
                <a:lnTo>
                  <a:pt x="827881" y="306401"/>
                </a:lnTo>
                <a:lnTo>
                  <a:pt x="847725" y="298450"/>
                </a:lnTo>
                <a:lnTo>
                  <a:pt x="847725" y="536575"/>
                </a:lnTo>
                <a:lnTo>
                  <a:pt x="827881" y="522661"/>
                </a:lnTo>
                <a:lnTo>
                  <a:pt x="808037" y="536575"/>
                </a:lnTo>
                <a:lnTo>
                  <a:pt x="808037" y="298450"/>
                </a:lnTo>
                <a:close/>
                <a:moveTo>
                  <a:pt x="1106341" y="198438"/>
                </a:moveTo>
                <a:lnTo>
                  <a:pt x="1122567" y="205965"/>
                </a:lnTo>
                <a:lnTo>
                  <a:pt x="1139189" y="214285"/>
                </a:lnTo>
                <a:lnTo>
                  <a:pt x="1155020" y="223001"/>
                </a:lnTo>
                <a:lnTo>
                  <a:pt x="1170455" y="231717"/>
                </a:lnTo>
                <a:lnTo>
                  <a:pt x="1185889" y="241225"/>
                </a:lnTo>
                <a:lnTo>
                  <a:pt x="1200928" y="251129"/>
                </a:lnTo>
                <a:lnTo>
                  <a:pt x="1216363" y="261034"/>
                </a:lnTo>
                <a:lnTo>
                  <a:pt x="1231006" y="271335"/>
                </a:lnTo>
                <a:lnTo>
                  <a:pt x="1244858" y="282031"/>
                </a:lnTo>
                <a:lnTo>
                  <a:pt x="1258710" y="293520"/>
                </a:lnTo>
                <a:lnTo>
                  <a:pt x="1272562" y="305010"/>
                </a:lnTo>
                <a:lnTo>
                  <a:pt x="1286018" y="316895"/>
                </a:lnTo>
                <a:lnTo>
                  <a:pt x="1299078" y="328780"/>
                </a:lnTo>
                <a:lnTo>
                  <a:pt x="1312138" y="341854"/>
                </a:lnTo>
                <a:lnTo>
                  <a:pt x="1324407" y="354928"/>
                </a:lnTo>
                <a:lnTo>
                  <a:pt x="1336675" y="367606"/>
                </a:lnTo>
                <a:lnTo>
                  <a:pt x="1332322" y="423863"/>
                </a:lnTo>
                <a:lnTo>
                  <a:pt x="1318470" y="406827"/>
                </a:lnTo>
                <a:lnTo>
                  <a:pt x="1304618" y="390584"/>
                </a:lnTo>
                <a:lnTo>
                  <a:pt x="1289975" y="374737"/>
                </a:lnTo>
                <a:lnTo>
                  <a:pt x="1274145" y="359286"/>
                </a:lnTo>
                <a:lnTo>
                  <a:pt x="1258314" y="344231"/>
                </a:lnTo>
                <a:lnTo>
                  <a:pt x="1242088" y="329969"/>
                </a:lnTo>
                <a:lnTo>
                  <a:pt x="1225070" y="316103"/>
                </a:lnTo>
                <a:lnTo>
                  <a:pt x="1208052" y="302633"/>
                </a:lnTo>
                <a:lnTo>
                  <a:pt x="1189847" y="290351"/>
                </a:lnTo>
                <a:lnTo>
                  <a:pt x="1171642" y="278070"/>
                </a:lnTo>
                <a:lnTo>
                  <a:pt x="1153437" y="266580"/>
                </a:lnTo>
                <a:lnTo>
                  <a:pt x="1134440" y="255884"/>
                </a:lnTo>
                <a:lnTo>
                  <a:pt x="1114652" y="245187"/>
                </a:lnTo>
                <a:lnTo>
                  <a:pt x="1094864" y="235679"/>
                </a:lnTo>
                <a:lnTo>
                  <a:pt x="1074680" y="227359"/>
                </a:lnTo>
                <a:lnTo>
                  <a:pt x="1054100" y="218643"/>
                </a:lnTo>
                <a:lnTo>
                  <a:pt x="1106341" y="198438"/>
                </a:lnTo>
                <a:close/>
                <a:moveTo>
                  <a:pt x="545878" y="196850"/>
                </a:moveTo>
                <a:lnTo>
                  <a:pt x="598488" y="217164"/>
                </a:lnTo>
                <a:lnTo>
                  <a:pt x="577763" y="225130"/>
                </a:lnTo>
                <a:lnTo>
                  <a:pt x="557835" y="233495"/>
                </a:lnTo>
                <a:lnTo>
                  <a:pt x="538305" y="243055"/>
                </a:lnTo>
                <a:lnTo>
                  <a:pt x="518775" y="253013"/>
                </a:lnTo>
                <a:lnTo>
                  <a:pt x="500441" y="263369"/>
                </a:lnTo>
                <a:lnTo>
                  <a:pt x="481709" y="274522"/>
                </a:lnTo>
                <a:lnTo>
                  <a:pt x="463375" y="286471"/>
                </a:lnTo>
                <a:lnTo>
                  <a:pt x="446236" y="298421"/>
                </a:lnTo>
                <a:lnTo>
                  <a:pt x="428700" y="311566"/>
                </a:lnTo>
                <a:lnTo>
                  <a:pt x="411960" y="325108"/>
                </a:lnTo>
                <a:lnTo>
                  <a:pt x="395220" y="338651"/>
                </a:lnTo>
                <a:lnTo>
                  <a:pt x="379676" y="352991"/>
                </a:lnTo>
                <a:lnTo>
                  <a:pt x="364132" y="368127"/>
                </a:lnTo>
                <a:lnTo>
                  <a:pt x="349385" y="383263"/>
                </a:lnTo>
                <a:lnTo>
                  <a:pt x="335037" y="399594"/>
                </a:lnTo>
                <a:lnTo>
                  <a:pt x="321087" y="415925"/>
                </a:lnTo>
                <a:lnTo>
                  <a:pt x="317500" y="360957"/>
                </a:lnTo>
                <a:lnTo>
                  <a:pt x="329457" y="347812"/>
                </a:lnTo>
                <a:lnTo>
                  <a:pt x="341414" y="335465"/>
                </a:lnTo>
                <a:lnTo>
                  <a:pt x="354567" y="323117"/>
                </a:lnTo>
                <a:lnTo>
                  <a:pt x="367719" y="311566"/>
                </a:lnTo>
                <a:lnTo>
                  <a:pt x="380872" y="299616"/>
                </a:lnTo>
                <a:lnTo>
                  <a:pt x="394423" y="288463"/>
                </a:lnTo>
                <a:lnTo>
                  <a:pt x="408373" y="277708"/>
                </a:lnTo>
                <a:lnTo>
                  <a:pt x="422721" y="267352"/>
                </a:lnTo>
                <a:lnTo>
                  <a:pt x="437069" y="256996"/>
                </a:lnTo>
                <a:lnTo>
                  <a:pt x="451816" y="247436"/>
                </a:lnTo>
                <a:lnTo>
                  <a:pt x="466962" y="237877"/>
                </a:lnTo>
                <a:lnTo>
                  <a:pt x="482107" y="228715"/>
                </a:lnTo>
                <a:lnTo>
                  <a:pt x="497651" y="219952"/>
                </a:lnTo>
                <a:lnTo>
                  <a:pt x="513195" y="211986"/>
                </a:lnTo>
                <a:lnTo>
                  <a:pt x="529536" y="204020"/>
                </a:lnTo>
                <a:lnTo>
                  <a:pt x="545878" y="196850"/>
                </a:lnTo>
                <a:close/>
                <a:moveTo>
                  <a:pt x="1028700" y="25400"/>
                </a:moveTo>
                <a:lnTo>
                  <a:pt x="1048147" y="30571"/>
                </a:lnTo>
                <a:lnTo>
                  <a:pt x="1067197" y="36139"/>
                </a:lnTo>
                <a:lnTo>
                  <a:pt x="1086247" y="42503"/>
                </a:lnTo>
                <a:lnTo>
                  <a:pt x="1104900" y="49265"/>
                </a:lnTo>
                <a:lnTo>
                  <a:pt x="1123553" y="56026"/>
                </a:lnTo>
                <a:lnTo>
                  <a:pt x="1142207" y="63186"/>
                </a:lnTo>
                <a:lnTo>
                  <a:pt x="1160066" y="71538"/>
                </a:lnTo>
                <a:lnTo>
                  <a:pt x="1177925" y="79891"/>
                </a:lnTo>
                <a:lnTo>
                  <a:pt x="1195388" y="88641"/>
                </a:lnTo>
                <a:lnTo>
                  <a:pt x="1212850" y="97392"/>
                </a:lnTo>
                <a:lnTo>
                  <a:pt x="1230313" y="106937"/>
                </a:lnTo>
                <a:lnTo>
                  <a:pt x="1246982" y="116881"/>
                </a:lnTo>
                <a:lnTo>
                  <a:pt x="1263650" y="127620"/>
                </a:lnTo>
                <a:lnTo>
                  <a:pt x="1280319" y="138359"/>
                </a:lnTo>
                <a:lnTo>
                  <a:pt x="1296194" y="149098"/>
                </a:lnTo>
                <a:lnTo>
                  <a:pt x="1312069" y="160633"/>
                </a:lnTo>
                <a:lnTo>
                  <a:pt x="1327547" y="172565"/>
                </a:lnTo>
                <a:lnTo>
                  <a:pt x="1342629" y="184497"/>
                </a:lnTo>
                <a:lnTo>
                  <a:pt x="1358107" y="197225"/>
                </a:lnTo>
                <a:lnTo>
                  <a:pt x="1372791" y="209953"/>
                </a:lnTo>
                <a:lnTo>
                  <a:pt x="1386682" y="223079"/>
                </a:lnTo>
                <a:lnTo>
                  <a:pt x="1400572" y="237000"/>
                </a:lnTo>
                <a:lnTo>
                  <a:pt x="1414463" y="250921"/>
                </a:lnTo>
                <a:lnTo>
                  <a:pt x="1427957" y="264444"/>
                </a:lnTo>
                <a:lnTo>
                  <a:pt x="1440657" y="279161"/>
                </a:lnTo>
                <a:lnTo>
                  <a:pt x="1453754" y="293877"/>
                </a:lnTo>
                <a:lnTo>
                  <a:pt x="1466454" y="309389"/>
                </a:lnTo>
                <a:lnTo>
                  <a:pt x="1477963" y="324901"/>
                </a:lnTo>
                <a:lnTo>
                  <a:pt x="1489473" y="340413"/>
                </a:lnTo>
                <a:lnTo>
                  <a:pt x="1501379" y="356323"/>
                </a:lnTo>
                <a:lnTo>
                  <a:pt x="1512094" y="372233"/>
                </a:lnTo>
                <a:lnTo>
                  <a:pt x="1522413" y="388938"/>
                </a:lnTo>
                <a:lnTo>
                  <a:pt x="1470026" y="380187"/>
                </a:lnTo>
                <a:lnTo>
                  <a:pt x="1460501" y="366664"/>
                </a:lnTo>
                <a:lnTo>
                  <a:pt x="1451373" y="353539"/>
                </a:lnTo>
                <a:lnTo>
                  <a:pt x="1441451" y="340413"/>
                </a:lnTo>
                <a:lnTo>
                  <a:pt x="1430735" y="327685"/>
                </a:lnTo>
                <a:lnTo>
                  <a:pt x="1420416" y="315355"/>
                </a:lnTo>
                <a:lnTo>
                  <a:pt x="1409701" y="302627"/>
                </a:lnTo>
                <a:lnTo>
                  <a:pt x="1398985" y="290695"/>
                </a:lnTo>
                <a:lnTo>
                  <a:pt x="1387872" y="278763"/>
                </a:lnTo>
                <a:lnTo>
                  <a:pt x="1375966" y="267228"/>
                </a:lnTo>
                <a:lnTo>
                  <a:pt x="1364457" y="255694"/>
                </a:lnTo>
                <a:lnTo>
                  <a:pt x="1352154" y="244557"/>
                </a:lnTo>
                <a:lnTo>
                  <a:pt x="1340247" y="233420"/>
                </a:lnTo>
                <a:lnTo>
                  <a:pt x="1327944" y="223079"/>
                </a:lnTo>
                <a:lnTo>
                  <a:pt x="1315244" y="212737"/>
                </a:lnTo>
                <a:lnTo>
                  <a:pt x="1302544" y="202396"/>
                </a:lnTo>
                <a:lnTo>
                  <a:pt x="1289844" y="192452"/>
                </a:lnTo>
                <a:lnTo>
                  <a:pt x="1276350" y="182906"/>
                </a:lnTo>
                <a:lnTo>
                  <a:pt x="1262857" y="173758"/>
                </a:lnTo>
                <a:lnTo>
                  <a:pt x="1248966" y="164610"/>
                </a:lnTo>
                <a:lnTo>
                  <a:pt x="1235472" y="155462"/>
                </a:lnTo>
                <a:lnTo>
                  <a:pt x="1221582" y="147507"/>
                </a:lnTo>
                <a:lnTo>
                  <a:pt x="1207294" y="139155"/>
                </a:lnTo>
                <a:lnTo>
                  <a:pt x="1192610" y="130802"/>
                </a:lnTo>
                <a:lnTo>
                  <a:pt x="1178322" y="123643"/>
                </a:lnTo>
                <a:lnTo>
                  <a:pt x="1163241" y="116085"/>
                </a:lnTo>
                <a:lnTo>
                  <a:pt x="1148557" y="108926"/>
                </a:lnTo>
                <a:lnTo>
                  <a:pt x="1133475" y="102164"/>
                </a:lnTo>
                <a:lnTo>
                  <a:pt x="1117997" y="95801"/>
                </a:lnTo>
                <a:lnTo>
                  <a:pt x="1102916" y="89834"/>
                </a:lnTo>
                <a:lnTo>
                  <a:pt x="1087041" y="84266"/>
                </a:lnTo>
                <a:lnTo>
                  <a:pt x="1071166" y="78698"/>
                </a:lnTo>
                <a:lnTo>
                  <a:pt x="1055291" y="73527"/>
                </a:lnTo>
                <a:lnTo>
                  <a:pt x="1028700" y="25400"/>
                </a:lnTo>
                <a:close/>
                <a:moveTo>
                  <a:pt x="619125" y="25400"/>
                </a:moveTo>
                <a:lnTo>
                  <a:pt x="594935" y="72333"/>
                </a:lnTo>
                <a:lnTo>
                  <a:pt x="579073" y="77504"/>
                </a:lnTo>
                <a:lnTo>
                  <a:pt x="563211" y="82674"/>
                </a:lnTo>
                <a:lnTo>
                  <a:pt x="546952" y="89038"/>
                </a:lnTo>
                <a:lnTo>
                  <a:pt x="531486" y="95004"/>
                </a:lnTo>
                <a:lnTo>
                  <a:pt x="516020" y="101368"/>
                </a:lnTo>
                <a:lnTo>
                  <a:pt x="500951" y="108130"/>
                </a:lnTo>
                <a:lnTo>
                  <a:pt x="485882" y="115289"/>
                </a:lnTo>
                <a:lnTo>
                  <a:pt x="470813" y="122846"/>
                </a:lnTo>
                <a:lnTo>
                  <a:pt x="456140" y="130005"/>
                </a:lnTo>
                <a:lnTo>
                  <a:pt x="441467" y="138358"/>
                </a:lnTo>
                <a:lnTo>
                  <a:pt x="427191" y="146313"/>
                </a:lnTo>
                <a:lnTo>
                  <a:pt x="412915" y="155063"/>
                </a:lnTo>
                <a:lnTo>
                  <a:pt x="399036" y="163813"/>
                </a:lnTo>
                <a:lnTo>
                  <a:pt x="385156" y="172961"/>
                </a:lnTo>
                <a:lnTo>
                  <a:pt x="371277" y="182507"/>
                </a:lnTo>
                <a:lnTo>
                  <a:pt x="358190" y="192053"/>
                </a:lnTo>
                <a:lnTo>
                  <a:pt x="345104" y="201996"/>
                </a:lnTo>
                <a:lnTo>
                  <a:pt x="332018" y="212338"/>
                </a:lnTo>
                <a:lnTo>
                  <a:pt x="319328" y="222679"/>
                </a:lnTo>
                <a:lnTo>
                  <a:pt x="307035" y="233418"/>
                </a:lnTo>
                <a:lnTo>
                  <a:pt x="294741" y="244554"/>
                </a:lnTo>
                <a:lnTo>
                  <a:pt x="282448" y="256089"/>
                </a:lnTo>
                <a:lnTo>
                  <a:pt x="270948" y="267226"/>
                </a:lnTo>
                <a:lnTo>
                  <a:pt x="259448" y="278760"/>
                </a:lnTo>
                <a:lnTo>
                  <a:pt x="247948" y="291090"/>
                </a:lnTo>
                <a:lnTo>
                  <a:pt x="236844" y="303022"/>
                </a:lnTo>
                <a:lnTo>
                  <a:pt x="226137" y="315750"/>
                </a:lnTo>
                <a:lnTo>
                  <a:pt x="215826" y="328477"/>
                </a:lnTo>
                <a:lnTo>
                  <a:pt x="205516" y="341205"/>
                </a:lnTo>
                <a:lnTo>
                  <a:pt x="195602" y="354728"/>
                </a:lnTo>
                <a:lnTo>
                  <a:pt x="185688" y="367854"/>
                </a:lnTo>
                <a:lnTo>
                  <a:pt x="176170" y="381377"/>
                </a:lnTo>
                <a:lnTo>
                  <a:pt x="123825" y="390525"/>
                </a:lnTo>
                <a:lnTo>
                  <a:pt x="134135" y="373820"/>
                </a:lnTo>
                <a:lnTo>
                  <a:pt x="145239" y="357512"/>
                </a:lnTo>
                <a:lnTo>
                  <a:pt x="156739" y="341205"/>
                </a:lnTo>
                <a:lnTo>
                  <a:pt x="168239" y="325693"/>
                </a:lnTo>
                <a:lnTo>
                  <a:pt x="180136" y="310181"/>
                </a:lnTo>
                <a:lnTo>
                  <a:pt x="192826" y="295067"/>
                </a:lnTo>
                <a:lnTo>
                  <a:pt x="205516" y="280351"/>
                </a:lnTo>
                <a:lnTo>
                  <a:pt x="218602" y="265635"/>
                </a:lnTo>
                <a:lnTo>
                  <a:pt x="232085" y="251316"/>
                </a:lnTo>
                <a:lnTo>
                  <a:pt x="245965" y="237395"/>
                </a:lnTo>
                <a:lnTo>
                  <a:pt x="259844" y="223872"/>
                </a:lnTo>
                <a:lnTo>
                  <a:pt x="274517" y="210349"/>
                </a:lnTo>
                <a:lnTo>
                  <a:pt x="289190" y="197621"/>
                </a:lnTo>
                <a:lnTo>
                  <a:pt x="303862" y="184893"/>
                </a:lnTo>
                <a:lnTo>
                  <a:pt x="319328" y="172961"/>
                </a:lnTo>
                <a:lnTo>
                  <a:pt x="334794" y="160631"/>
                </a:lnTo>
                <a:lnTo>
                  <a:pt x="350656" y="149495"/>
                </a:lnTo>
                <a:lnTo>
                  <a:pt x="366518" y="138358"/>
                </a:lnTo>
                <a:lnTo>
                  <a:pt x="383174" y="127619"/>
                </a:lnTo>
                <a:lnTo>
                  <a:pt x="399829" y="116880"/>
                </a:lnTo>
                <a:lnTo>
                  <a:pt x="416881" y="106936"/>
                </a:lnTo>
                <a:lnTo>
                  <a:pt x="433933" y="97391"/>
                </a:lnTo>
                <a:lnTo>
                  <a:pt x="451778" y="88640"/>
                </a:lnTo>
                <a:lnTo>
                  <a:pt x="469227" y="79890"/>
                </a:lnTo>
                <a:lnTo>
                  <a:pt x="487072" y="71140"/>
                </a:lnTo>
                <a:lnTo>
                  <a:pt x="505710" y="63185"/>
                </a:lnTo>
                <a:lnTo>
                  <a:pt x="523951" y="56026"/>
                </a:lnTo>
                <a:lnTo>
                  <a:pt x="542193" y="48867"/>
                </a:lnTo>
                <a:lnTo>
                  <a:pt x="561228" y="42105"/>
                </a:lnTo>
                <a:lnTo>
                  <a:pt x="580263" y="36139"/>
                </a:lnTo>
                <a:lnTo>
                  <a:pt x="599694" y="30570"/>
                </a:lnTo>
                <a:lnTo>
                  <a:pt x="619125" y="25400"/>
                </a:lnTo>
                <a:close/>
                <a:moveTo>
                  <a:pt x="824315" y="0"/>
                </a:moveTo>
                <a:lnTo>
                  <a:pt x="846110" y="792"/>
                </a:lnTo>
                <a:lnTo>
                  <a:pt x="868300" y="1585"/>
                </a:lnTo>
                <a:lnTo>
                  <a:pt x="889699" y="2774"/>
                </a:lnTo>
                <a:lnTo>
                  <a:pt x="911097" y="4756"/>
                </a:lnTo>
                <a:lnTo>
                  <a:pt x="932495" y="7530"/>
                </a:lnTo>
                <a:lnTo>
                  <a:pt x="953497" y="10700"/>
                </a:lnTo>
                <a:lnTo>
                  <a:pt x="974499" y="13871"/>
                </a:lnTo>
                <a:lnTo>
                  <a:pt x="995500" y="18230"/>
                </a:lnTo>
                <a:lnTo>
                  <a:pt x="1020861" y="63806"/>
                </a:lnTo>
                <a:lnTo>
                  <a:pt x="1084263" y="178339"/>
                </a:lnTo>
                <a:lnTo>
                  <a:pt x="1071187" y="183491"/>
                </a:lnTo>
                <a:lnTo>
                  <a:pt x="1015710" y="204892"/>
                </a:lnTo>
                <a:lnTo>
                  <a:pt x="847298" y="270679"/>
                </a:lnTo>
                <a:lnTo>
                  <a:pt x="827882" y="277813"/>
                </a:lnTo>
                <a:lnTo>
                  <a:pt x="808465" y="270679"/>
                </a:lnTo>
                <a:lnTo>
                  <a:pt x="636883" y="203703"/>
                </a:lnTo>
                <a:lnTo>
                  <a:pt x="581010" y="181906"/>
                </a:lnTo>
                <a:lnTo>
                  <a:pt x="571500" y="178339"/>
                </a:lnTo>
                <a:lnTo>
                  <a:pt x="630147" y="63409"/>
                </a:lnTo>
                <a:lnTo>
                  <a:pt x="653130" y="18230"/>
                </a:lnTo>
                <a:lnTo>
                  <a:pt x="673736" y="13871"/>
                </a:lnTo>
                <a:lnTo>
                  <a:pt x="694738" y="10700"/>
                </a:lnTo>
                <a:lnTo>
                  <a:pt x="716136" y="7530"/>
                </a:lnTo>
                <a:lnTo>
                  <a:pt x="737534" y="4756"/>
                </a:lnTo>
                <a:lnTo>
                  <a:pt x="758932" y="2774"/>
                </a:lnTo>
                <a:lnTo>
                  <a:pt x="780726" y="1585"/>
                </a:lnTo>
                <a:lnTo>
                  <a:pt x="802125" y="792"/>
                </a:lnTo>
                <a:lnTo>
                  <a:pt x="8243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defTabSz="914400"/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16"/>
            </p:custDataLst>
          </p:nvPr>
        </p:nvSpPr>
        <p:spPr>
          <a:xfrm>
            <a:off x="3996690" y="4563173"/>
            <a:ext cx="6636085" cy="8761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内容要求：覆盖历史典故、自然风光、实用旅游建议</a:t>
            </a:r>
            <a:endParaRPr sz="18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2" name="KSO_Shape"/>
          <p:cNvSpPr/>
          <p:nvPr>
            <p:custDataLst>
              <p:tags r:id="rId17"/>
            </p:custDataLst>
          </p:nvPr>
        </p:nvSpPr>
        <p:spPr bwMode="auto">
          <a:xfrm>
            <a:off x="3369296" y="5882314"/>
            <a:ext cx="504017" cy="504016"/>
          </a:xfrm>
          <a:custGeom>
            <a:avLst/>
            <a:gdLst>
              <a:gd name="T0" fmla="*/ 956359 w 1647825"/>
              <a:gd name="T1" fmla="*/ 1636826 h 1647826"/>
              <a:gd name="T2" fmla="*/ 747857 w 1647825"/>
              <a:gd name="T3" fmla="*/ 1644290 h 1647826"/>
              <a:gd name="T4" fmla="*/ 552064 w 1647825"/>
              <a:gd name="T5" fmla="*/ 1602253 h 1647826"/>
              <a:gd name="T6" fmla="*/ 715689 w 1647825"/>
              <a:gd name="T7" fmla="*/ 1601861 h 1647826"/>
              <a:gd name="T8" fmla="*/ 887256 w 1647825"/>
              <a:gd name="T9" fmla="*/ 1606575 h 1647826"/>
              <a:gd name="T10" fmla="*/ 1054454 w 1647825"/>
              <a:gd name="T11" fmla="*/ 1574360 h 1647826"/>
              <a:gd name="T12" fmla="*/ 824299 w 1647825"/>
              <a:gd name="T13" fmla="*/ 1511300 h 1647826"/>
              <a:gd name="T14" fmla="*/ 704546 w 1647825"/>
              <a:gd name="T15" fmla="*/ 1461552 h 1647826"/>
              <a:gd name="T16" fmla="*/ 930127 w 1647825"/>
              <a:gd name="T17" fmla="*/ 1463902 h 1647826"/>
              <a:gd name="T18" fmla="*/ 1356122 w 1647825"/>
              <a:gd name="T19" fmla="*/ 1452828 h 1647826"/>
              <a:gd name="T20" fmla="*/ 1149747 w 1647825"/>
              <a:gd name="T21" fmla="*/ 1581151 h 1647826"/>
              <a:gd name="T22" fmla="*/ 515270 w 1647825"/>
              <a:gd name="T23" fmla="*/ 1266356 h 1647826"/>
              <a:gd name="T24" fmla="*/ 425814 w 1647825"/>
              <a:gd name="T25" fmla="*/ 1545074 h 1647826"/>
              <a:gd name="T26" fmla="*/ 236961 w 1647825"/>
              <a:gd name="T27" fmla="*/ 1401552 h 1647826"/>
              <a:gd name="T28" fmla="*/ 652180 w 1647825"/>
              <a:gd name="T29" fmla="*/ 1071563 h 1647826"/>
              <a:gd name="T30" fmla="*/ 198520 w 1647825"/>
              <a:gd name="T31" fmla="*/ 994251 h 1647826"/>
              <a:gd name="T32" fmla="*/ 228545 w 1647825"/>
              <a:gd name="T33" fmla="*/ 1165580 h 1647826"/>
              <a:gd name="T34" fmla="*/ 158888 w 1647825"/>
              <a:gd name="T35" fmla="*/ 998634 h 1647826"/>
              <a:gd name="T36" fmla="*/ 1499776 w 1647825"/>
              <a:gd name="T37" fmla="*/ 943174 h 1647826"/>
              <a:gd name="T38" fmla="*/ 1443657 w 1647825"/>
              <a:gd name="T39" fmla="*/ 1118941 h 1647826"/>
              <a:gd name="T40" fmla="*/ 1430523 w 1647825"/>
              <a:gd name="T41" fmla="*/ 1050060 h 1647826"/>
              <a:gd name="T42" fmla="*/ 1647825 w 1647825"/>
              <a:gd name="T43" fmla="*/ 804876 h 1647826"/>
              <a:gd name="T44" fmla="*/ 1627188 w 1647825"/>
              <a:gd name="T45" fmla="*/ 1006630 h 1647826"/>
              <a:gd name="T46" fmla="*/ 1562100 w 1647825"/>
              <a:gd name="T47" fmla="*/ 1190116 h 1647826"/>
              <a:gd name="T48" fmla="*/ 1456928 w 1647825"/>
              <a:gd name="T49" fmla="*/ 1350963 h 1647826"/>
              <a:gd name="T50" fmla="*/ 1529556 w 1647825"/>
              <a:gd name="T51" fmla="*/ 1167081 h 1647826"/>
              <a:gd name="T52" fmla="*/ 1588294 w 1647825"/>
              <a:gd name="T53" fmla="*/ 1003056 h 1647826"/>
              <a:gd name="T54" fmla="*/ 1608931 w 1647825"/>
              <a:gd name="T55" fmla="*/ 823940 h 1647826"/>
              <a:gd name="T56" fmla="*/ 45244 w 1647825"/>
              <a:gd name="T57" fmla="*/ 926307 h 1647826"/>
              <a:gd name="T58" fmla="*/ 89297 w 1647825"/>
              <a:gd name="T59" fmla="*/ 1101726 h 1647826"/>
              <a:gd name="T60" fmla="*/ 170260 w 1647825"/>
              <a:gd name="T61" fmla="*/ 1259285 h 1647826"/>
              <a:gd name="T62" fmla="*/ 135335 w 1647825"/>
              <a:gd name="T63" fmla="*/ 1276748 h 1647826"/>
              <a:gd name="T64" fmla="*/ 46831 w 1647825"/>
              <a:gd name="T65" fmla="*/ 1098948 h 1647826"/>
              <a:gd name="T66" fmla="*/ 3175 w 1647825"/>
              <a:gd name="T67" fmla="*/ 900907 h 1647826"/>
              <a:gd name="T68" fmla="*/ 1314889 w 1647825"/>
              <a:gd name="T69" fmla="*/ 671513 h 1647826"/>
              <a:gd name="T70" fmla="*/ 987105 w 1647825"/>
              <a:gd name="T71" fmla="*/ 1046163 h 1647826"/>
              <a:gd name="T72" fmla="*/ 1540533 w 1647825"/>
              <a:gd name="T73" fmla="*/ 418281 h 1647826"/>
              <a:gd name="T74" fmla="*/ 1626767 w 1647825"/>
              <a:gd name="T75" fmla="*/ 640748 h 1647826"/>
              <a:gd name="T76" fmla="*/ 1341437 w 1647825"/>
              <a:gd name="T77" fmla="*/ 662559 h 1647826"/>
              <a:gd name="T78" fmla="*/ 175991 w 1647825"/>
              <a:gd name="T79" fmla="*/ 833870 h 1647826"/>
              <a:gd name="T80" fmla="*/ 31713 w 1647825"/>
              <a:gd name="T81" fmla="*/ 595541 h 1647826"/>
              <a:gd name="T82" fmla="*/ 293316 w 1647825"/>
              <a:gd name="T83" fmla="*/ 387350 h 1647826"/>
              <a:gd name="T84" fmla="*/ 1155020 w 1647825"/>
              <a:gd name="T85" fmla="*/ 223001 h 1647826"/>
              <a:gd name="T86" fmla="*/ 1312138 w 1647825"/>
              <a:gd name="T87" fmla="*/ 341854 h 1647826"/>
              <a:gd name="T88" fmla="*/ 1208052 w 1647825"/>
              <a:gd name="T89" fmla="*/ 302633 h 1647826"/>
              <a:gd name="T90" fmla="*/ 598488 w 1647825"/>
              <a:gd name="T91" fmla="*/ 217164 h 1647826"/>
              <a:gd name="T92" fmla="*/ 395220 w 1647825"/>
              <a:gd name="T93" fmla="*/ 338651 h 1647826"/>
              <a:gd name="T94" fmla="*/ 380872 w 1647825"/>
              <a:gd name="T95" fmla="*/ 299616 h 1647826"/>
              <a:gd name="T96" fmla="*/ 545878 w 1647825"/>
              <a:gd name="T97" fmla="*/ 196850 h 1647826"/>
              <a:gd name="T98" fmla="*/ 1212850 w 1647825"/>
              <a:gd name="T99" fmla="*/ 97392 h 1647826"/>
              <a:gd name="T100" fmla="*/ 1386682 w 1647825"/>
              <a:gd name="T101" fmla="*/ 223079 h 1647826"/>
              <a:gd name="T102" fmla="*/ 1522413 w 1647825"/>
              <a:gd name="T103" fmla="*/ 388938 h 1647826"/>
              <a:gd name="T104" fmla="*/ 1364457 w 1647825"/>
              <a:gd name="T105" fmla="*/ 255694 h 1647826"/>
              <a:gd name="T106" fmla="*/ 1221582 w 1647825"/>
              <a:gd name="T107" fmla="*/ 147507 h 1647826"/>
              <a:gd name="T108" fmla="*/ 1055291 w 1647825"/>
              <a:gd name="T109" fmla="*/ 73527 h 1647826"/>
              <a:gd name="T110" fmla="*/ 470813 w 1647825"/>
              <a:gd name="T111" fmla="*/ 122846 h 1647826"/>
              <a:gd name="T112" fmla="*/ 319328 w 1647825"/>
              <a:gd name="T113" fmla="*/ 222679 h 1647826"/>
              <a:gd name="T114" fmla="*/ 195602 w 1647825"/>
              <a:gd name="T115" fmla="*/ 354728 h 1647826"/>
              <a:gd name="T116" fmla="*/ 218602 w 1647825"/>
              <a:gd name="T117" fmla="*/ 265635 h 1647826"/>
              <a:gd name="T118" fmla="*/ 383174 w 1647825"/>
              <a:gd name="T119" fmla="*/ 127619 h 1647826"/>
              <a:gd name="T120" fmla="*/ 580263 w 1647825"/>
              <a:gd name="T121" fmla="*/ 36139 h 1647826"/>
              <a:gd name="T122" fmla="*/ 995500 w 1647825"/>
              <a:gd name="T123" fmla="*/ 18230 h 1647826"/>
              <a:gd name="T124" fmla="*/ 630147 w 1647825"/>
              <a:gd name="T125" fmla="*/ 63409 h 1647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47825" h="1647826">
                <a:moveTo>
                  <a:pt x="1069148" y="1570038"/>
                </a:moveTo>
                <a:lnTo>
                  <a:pt x="1117600" y="1593610"/>
                </a:lnTo>
                <a:lnTo>
                  <a:pt x="1100126" y="1600289"/>
                </a:lnTo>
                <a:lnTo>
                  <a:pt x="1082651" y="1606182"/>
                </a:lnTo>
                <a:lnTo>
                  <a:pt x="1065177" y="1611682"/>
                </a:lnTo>
                <a:lnTo>
                  <a:pt x="1047305" y="1616790"/>
                </a:lnTo>
                <a:lnTo>
                  <a:pt x="1029831" y="1621504"/>
                </a:lnTo>
                <a:lnTo>
                  <a:pt x="1011562" y="1626218"/>
                </a:lnTo>
                <a:lnTo>
                  <a:pt x="993293" y="1630147"/>
                </a:lnTo>
                <a:lnTo>
                  <a:pt x="974628" y="1634076"/>
                </a:lnTo>
                <a:lnTo>
                  <a:pt x="956359" y="1636826"/>
                </a:lnTo>
                <a:lnTo>
                  <a:pt x="937693" y="1639969"/>
                </a:lnTo>
                <a:lnTo>
                  <a:pt x="919027" y="1641933"/>
                </a:lnTo>
                <a:lnTo>
                  <a:pt x="899964" y="1644290"/>
                </a:lnTo>
                <a:lnTo>
                  <a:pt x="880901" y="1645469"/>
                </a:lnTo>
                <a:lnTo>
                  <a:pt x="862235" y="1646648"/>
                </a:lnTo>
                <a:lnTo>
                  <a:pt x="842775" y="1647826"/>
                </a:lnTo>
                <a:lnTo>
                  <a:pt x="823315" y="1647826"/>
                </a:lnTo>
                <a:lnTo>
                  <a:pt x="804252" y="1647826"/>
                </a:lnTo>
                <a:lnTo>
                  <a:pt x="785586" y="1646648"/>
                </a:lnTo>
                <a:lnTo>
                  <a:pt x="766523" y="1645862"/>
                </a:lnTo>
                <a:lnTo>
                  <a:pt x="747857" y="1644290"/>
                </a:lnTo>
                <a:lnTo>
                  <a:pt x="729986" y="1642326"/>
                </a:lnTo>
                <a:lnTo>
                  <a:pt x="711320" y="1640362"/>
                </a:lnTo>
                <a:lnTo>
                  <a:pt x="693051" y="1637219"/>
                </a:lnTo>
                <a:lnTo>
                  <a:pt x="674782" y="1634469"/>
                </a:lnTo>
                <a:lnTo>
                  <a:pt x="656911" y="1630933"/>
                </a:lnTo>
                <a:lnTo>
                  <a:pt x="639039" y="1627004"/>
                </a:lnTo>
                <a:lnTo>
                  <a:pt x="621168" y="1622683"/>
                </a:lnTo>
                <a:lnTo>
                  <a:pt x="603693" y="1617968"/>
                </a:lnTo>
                <a:lnTo>
                  <a:pt x="586219" y="1613254"/>
                </a:lnTo>
                <a:lnTo>
                  <a:pt x="569142" y="1607754"/>
                </a:lnTo>
                <a:lnTo>
                  <a:pt x="552064" y="1602253"/>
                </a:lnTo>
                <a:lnTo>
                  <a:pt x="534987" y="1596360"/>
                </a:lnTo>
                <a:lnTo>
                  <a:pt x="583439" y="1572003"/>
                </a:lnTo>
                <a:lnTo>
                  <a:pt x="597736" y="1576324"/>
                </a:lnTo>
                <a:lnTo>
                  <a:pt x="612033" y="1580646"/>
                </a:lnTo>
                <a:lnTo>
                  <a:pt x="626728" y="1584182"/>
                </a:lnTo>
                <a:lnTo>
                  <a:pt x="640628" y="1587717"/>
                </a:lnTo>
                <a:lnTo>
                  <a:pt x="655322" y="1591253"/>
                </a:lnTo>
                <a:lnTo>
                  <a:pt x="670811" y="1594396"/>
                </a:lnTo>
                <a:lnTo>
                  <a:pt x="685505" y="1597146"/>
                </a:lnTo>
                <a:lnTo>
                  <a:pt x="700597" y="1599896"/>
                </a:lnTo>
                <a:lnTo>
                  <a:pt x="715689" y="1601861"/>
                </a:lnTo>
                <a:lnTo>
                  <a:pt x="730780" y="1603432"/>
                </a:lnTo>
                <a:lnTo>
                  <a:pt x="745872" y="1605396"/>
                </a:lnTo>
                <a:lnTo>
                  <a:pt x="760963" y="1606575"/>
                </a:lnTo>
                <a:lnTo>
                  <a:pt x="776452" y="1607754"/>
                </a:lnTo>
                <a:lnTo>
                  <a:pt x="791941" y="1608932"/>
                </a:lnTo>
                <a:lnTo>
                  <a:pt x="807429" y="1609325"/>
                </a:lnTo>
                <a:lnTo>
                  <a:pt x="823315" y="1609325"/>
                </a:lnTo>
                <a:lnTo>
                  <a:pt x="839201" y="1609325"/>
                </a:lnTo>
                <a:lnTo>
                  <a:pt x="855087" y="1608147"/>
                </a:lnTo>
                <a:lnTo>
                  <a:pt x="870973" y="1607754"/>
                </a:lnTo>
                <a:lnTo>
                  <a:pt x="887256" y="1606575"/>
                </a:lnTo>
                <a:lnTo>
                  <a:pt x="902744" y="1605396"/>
                </a:lnTo>
                <a:lnTo>
                  <a:pt x="918233" y="1603432"/>
                </a:lnTo>
                <a:lnTo>
                  <a:pt x="933722" y="1601468"/>
                </a:lnTo>
                <a:lnTo>
                  <a:pt x="949210" y="1598718"/>
                </a:lnTo>
                <a:lnTo>
                  <a:pt x="964699" y="1596360"/>
                </a:lnTo>
                <a:lnTo>
                  <a:pt x="980188" y="1593218"/>
                </a:lnTo>
                <a:lnTo>
                  <a:pt x="995279" y="1590467"/>
                </a:lnTo>
                <a:lnTo>
                  <a:pt x="1010371" y="1586932"/>
                </a:lnTo>
                <a:lnTo>
                  <a:pt x="1025065" y="1583003"/>
                </a:lnTo>
                <a:lnTo>
                  <a:pt x="1039760" y="1578681"/>
                </a:lnTo>
                <a:lnTo>
                  <a:pt x="1054454" y="1574360"/>
                </a:lnTo>
                <a:lnTo>
                  <a:pt x="1069148" y="1570038"/>
                </a:lnTo>
                <a:close/>
                <a:moveTo>
                  <a:pt x="990600" y="1450975"/>
                </a:moveTo>
                <a:lnTo>
                  <a:pt x="960761" y="1497590"/>
                </a:lnTo>
                <a:lnTo>
                  <a:pt x="944450" y="1500332"/>
                </a:lnTo>
                <a:lnTo>
                  <a:pt x="927740" y="1503466"/>
                </a:lnTo>
                <a:lnTo>
                  <a:pt x="910632" y="1505424"/>
                </a:lnTo>
                <a:lnTo>
                  <a:pt x="893923" y="1507775"/>
                </a:lnTo>
                <a:lnTo>
                  <a:pt x="876417" y="1508950"/>
                </a:lnTo>
                <a:lnTo>
                  <a:pt x="859310" y="1510125"/>
                </a:lnTo>
                <a:lnTo>
                  <a:pt x="841804" y="1510909"/>
                </a:lnTo>
                <a:lnTo>
                  <a:pt x="824299" y="1511300"/>
                </a:lnTo>
                <a:lnTo>
                  <a:pt x="807589" y="1510909"/>
                </a:lnTo>
                <a:lnTo>
                  <a:pt x="791675" y="1510125"/>
                </a:lnTo>
                <a:lnTo>
                  <a:pt x="775363" y="1508950"/>
                </a:lnTo>
                <a:lnTo>
                  <a:pt x="759051" y="1507775"/>
                </a:lnTo>
                <a:lnTo>
                  <a:pt x="743137" y="1506208"/>
                </a:lnTo>
                <a:lnTo>
                  <a:pt x="727223" y="1503858"/>
                </a:lnTo>
                <a:lnTo>
                  <a:pt x="711707" y="1501899"/>
                </a:lnTo>
                <a:lnTo>
                  <a:pt x="695395" y="1498765"/>
                </a:lnTo>
                <a:lnTo>
                  <a:pt x="666750" y="1453326"/>
                </a:lnTo>
                <a:lnTo>
                  <a:pt x="685449" y="1458026"/>
                </a:lnTo>
                <a:lnTo>
                  <a:pt x="704546" y="1461552"/>
                </a:lnTo>
                <a:lnTo>
                  <a:pt x="724041" y="1465077"/>
                </a:lnTo>
                <a:lnTo>
                  <a:pt x="743933" y="1467819"/>
                </a:lnTo>
                <a:lnTo>
                  <a:pt x="763428" y="1469778"/>
                </a:lnTo>
                <a:lnTo>
                  <a:pt x="783718" y="1471345"/>
                </a:lnTo>
                <a:lnTo>
                  <a:pt x="803611" y="1472520"/>
                </a:lnTo>
                <a:lnTo>
                  <a:pt x="824299" y="1472520"/>
                </a:lnTo>
                <a:lnTo>
                  <a:pt x="845783" y="1472520"/>
                </a:lnTo>
                <a:lnTo>
                  <a:pt x="866869" y="1470953"/>
                </a:lnTo>
                <a:lnTo>
                  <a:pt x="888353" y="1469386"/>
                </a:lnTo>
                <a:lnTo>
                  <a:pt x="909439" y="1467428"/>
                </a:lnTo>
                <a:lnTo>
                  <a:pt x="930127" y="1463902"/>
                </a:lnTo>
                <a:lnTo>
                  <a:pt x="950417" y="1460377"/>
                </a:lnTo>
                <a:lnTo>
                  <a:pt x="970708" y="1456068"/>
                </a:lnTo>
                <a:lnTo>
                  <a:pt x="990600" y="1450975"/>
                </a:lnTo>
                <a:close/>
                <a:moveTo>
                  <a:pt x="1402556" y="1195388"/>
                </a:moveTo>
                <a:lnTo>
                  <a:pt x="1425972" y="1326889"/>
                </a:lnTo>
                <a:lnTo>
                  <a:pt x="1435100" y="1376153"/>
                </a:lnTo>
                <a:lnTo>
                  <a:pt x="1420019" y="1392044"/>
                </a:lnTo>
                <a:lnTo>
                  <a:pt x="1404541" y="1408333"/>
                </a:lnTo>
                <a:lnTo>
                  <a:pt x="1389063" y="1423429"/>
                </a:lnTo>
                <a:lnTo>
                  <a:pt x="1372394" y="1438526"/>
                </a:lnTo>
                <a:lnTo>
                  <a:pt x="1356122" y="1452828"/>
                </a:lnTo>
                <a:lnTo>
                  <a:pt x="1339056" y="1467131"/>
                </a:lnTo>
                <a:lnTo>
                  <a:pt x="1321594" y="1480241"/>
                </a:lnTo>
                <a:lnTo>
                  <a:pt x="1303734" y="1493749"/>
                </a:lnTo>
                <a:lnTo>
                  <a:pt x="1285875" y="1506462"/>
                </a:lnTo>
                <a:lnTo>
                  <a:pt x="1267619" y="1518380"/>
                </a:lnTo>
                <a:lnTo>
                  <a:pt x="1248569" y="1529902"/>
                </a:lnTo>
                <a:lnTo>
                  <a:pt x="1229519" y="1541423"/>
                </a:lnTo>
                <a:lnTo>
                  <a:pt x="1210072" y="1552149"/>
                </a:lnTo>
                <a:lnTo>
                  <a:pt x="1190228" y="1562082"/>
                </a:lnTo>
                <a:lnTo>
                  <a:pt x="1170384" y="1572014"/>
                </a:lnTo>
                <a:lnTo>
                  <a:pt x="1149747" y="1581151"/>
                </a:lnTo>
                <a:lnTo>
                  <a:pt x="1103709" y="1557711"/>
                </a:lnTo>
                <a:lnTo>
                  <a:pt x="989012" y="1500503"/>
                </a:lnTo>
                <a:lnTo>
                  <a:pt x="996553" y="1489379"/>
                </a:lnTo>
                <a:lnTo>
                  <a:pt x="1027906" y="1439321"/>
                </a:lnTo>
                <a:lnTo>
                  <a:pt x="1136253" y="1267694"/>
                </a:lnTo>
                <a:lnTo>
                  <a:pt x="1342628" y="1211279"/>
                </a:lnTo>
                <a:lnTo>
                  <a:pt x="1400969" y="1195785"/>
                </a:lnTo>
                <a:lnTo>
                  <a:pt x="1402556" y="1195388"/>
                </a:lnTo>
                <a:close/>
                <a:moveTo>
                  <a:pt x="252864" y="1195388"/>
                </a:moveTo>
                <a:lnTo>
                  <a:pt x="302960" y="1209265"/>
                </a:lnTo>
                <a:lnTo>
                  <a:pt x="515270" y="1266356"/>
                </a:lnTo>
                <a:lnTo>
                  <a:pt x="518849" y="1267545"/>
                </a:lnTo>
                <a:lnTo>
                  <a:pt x="537137" y="1295695"/>
                </a:lnTo>
                <a:lnTo>
                  <a:pt x="629775" y="1441992"/>
                </a:lnTo>
                <a:lnTo>
                  <a:pt x="660786" y="1491154"/>
                </a:lnTo>
                <a:lnTo>
                  <a:pt x="666750" y="1500669"/>
                </a:lnTo>
                <a:lnTo>
                  <a:pt x="550655" y="1559743"/>
                </a:lnTo>
                <a:lnTo>
                  <a:pt x="504138" y="1582738"/>
                </a:lnTo>
                <a:lnTo>
                  <a:pt x="484259" y="1574412"/>
                </a:lnTo>
                <a:lnTo>
                  <a:pt x="464379" y="1564897"/>
                </a:lnTo>
                <a:lnTo>
                  <a:pt x="444898" y="1555382"/>
                </a:lnTo>
                <a:lnTo>
                  <a:pt x="425814" y="1545074"/>
                </a:lnTo>
                <a:lnTo>
                  <a:pt x="407127" y="1533973"/>
                </a:lnTo>
                <a:lnTo>
                  <a:pt x="388441" y="1522871"/>
                </a:lnTo>
                <a:lnTo>
                  <a:pt x="370152" y="1511374"/>
                </a:lnTo>
                <a:lnTo>
                  <a:pt x="352260" y="1498687"/>
                </a:lnTo>
                <a:lnTo>
                  <a:pt x="334767" y="1486396"/>
                </a:lnTo>
                <a:lnTo>
                  <a:pt x="317671" y="1473313"/>
                </a:lnTo>
                <a:lnTo>
                  <a:pt x="300972" y="1459833"/>
                </a:lnTo>
                <a:lnTo>
                  <a:pt x="284671" y="1445560"/>
                </a:lnTo>
                <a:lnTo>
                  <a:pt x="267972" y="1431287"/>
                </a:lnTo>
                <a:lnTo>
                  <a:pt x="252467" y="1416618"/>
                </a:lnTo>
                <a:lnTo>
                  <a:pt x="236961" y="1401552"/>
                </a:lnTo>
                <a:lnTo>
                  <a:pt x="222250" y="1386090"/>
                </a:lnTo>
                <a:lnTo>
                  <a:pt x="230202" y="1336531"/>
                </a:lnTo>
                <a:lnTo>
                  <a:pt x="251671" y="1203318"/>
                </a:lnTo>
                <a:lnTo>
                  <a:pt x="252864" y="1195388"/>
                </a:lnTo>
                <a:close/>
                <a:moveTo>
                  <a:pt x="950912" y="1071563"/>
                </a:moveTo>
                <a:lnTo>
                  <a:pt x="998316" y="1071563"/>
                </a:lnTo>
                <a:lnTo>
                  <a:pt x="1120775" y="1245264"/>
                </a:lnTo>
                <a:lnTo>
                  <a:pt x="1119590" y="1245662"/>
                </a:lnTo>
                <a:lnTo>
                  <a:pt x="1095888" y="1279526"/>
                </a:lnTo>
                <a:lnTo>
                  <a:pt x="950912" y="1071563"/>
                </a:lnTo>
                <a:close/>
                <a:moveTo>
                  <a:pt x="652180" y="1071563"/>
                </a:moveTo>
                <a:lnTo>
                  <a:pt x="700087" y="1071563"/>
                </a:lnTo>
                <a:lnTo>
                  <a:pt x="554783" y="1276351"/>
                </a:lnTo>
                <a:lnTo>
                  <a:pt x="534987" y="1244662"/>
                </a:lnTo>
                <a:lnTo>
                  <a:pt x="652180" y="1071563"/>
                </a:lnTo>
                <a:close/>
                <a:moveTo>
                  <a:pt x="177703" y="873125"/>
                </a:moveTo>
                <a:lnTo>
                  <a:pt x="179305" y="893844"/>
                </a:lnTo>
                <a:lnTo>
                  <a:pt x="182107" y="914164"/>
                </a:lnTo>
                <a:lnTo>
                  <a:pt x="185710" y="934485"/>
                </a:lnTo>
                <a:lnTo>
                  <a:pt x="188913" y="954805"/>
                </a:lnTo>
                <a:lnTo>
                  <a:pt x="193716" y="974727"/>
                </a:lnTo>
                <a:lnTo>
                  <a:pt x="198520" y="994251"/>
                </a:lnTo>
                <a:lnTo>
                  <a:pt x="204125" y="1013774"/>
                </a:lnTo>
                <a:lnTo>
                  <a:pt x="210931" y="1032899"/>
                </a:lnTo>
                <a:lnTo>
                  <a:pt x="217336" y="1052025"/>
                </a:lnTo>
                <a:lnTo>
                  <a:pt x="224942" y="1070751"/>
                </a:lnTo>
                <a:lnTo>
                  <a:pt x="232949" y="1089478"/>
                </a:lnTo>
                <a:lnTo>
                  <a:pt x="241356" y="1107009"/>
                </a:lnTo>
                <a:lnTo>
                  <a:pt x="250563" y="1124939"/>
                </a:lnTo>
                <a:lnTo>
                  <a:pt x="260171" y="1142470"/>
                </a:lnTo>
                <a:lnTo>
                  <a:pt x="270179" y="1159603"/>
                </a:lnTo>
                <a:lnTo>
                  <a:pt x="280988" y="1176338"/>
                </a:lnTo>
                <a:lnTo>
                  <a:pt x="228545" y="1165580"/>
                </a:lnTo>
                <a:lnTo>
                  <a:pt x="220538" y="1151236"/>
                </a:lnTo>
                <a:lnTo>
                  <a:pt x="212532" y="1136494"/>
                </a:lnTo>
                <a:lnTo>
                  <a:pt x="205326" y="1121752"/>
                </a:lnTo>
                <a:lnTo>
                  <a:pt x="198120" y="1107009"/>
                </a:lnTo>
                <a:lnTo>
                  <a:pt x="191315" y="1091869"/>
                </a:lnTo>
                <a:lnTo>
                  <a:pt x="185310" y="1076728"/>
                </a:lnTo>
                <a:lnTo>
                  <a:pt x="178904" y="1061587"/>
                </a:lnTo>
                <a:lnTo>
                  <a:pt x="173300" y="1046048"/>
                </a:lnTo>
                <a:lnTo>
                  <a:pt x="168096" y="1030509"/>
                </a:lnTo>
                <a:lnTo>
                  <a:pt x="163292" y="1014571"/>
                </a:lnTo>
                <a:lnTo>
                  <a:pt x="158888" y="998634"/>
                </a:lnTo>
                <a:lnTo>
                  <a:pt x="154885" y="982297"/>
                </a:lnTo>
                <a:lnTo>
                  <a:pt x="151282" y="966360"/>
                </a:lnTo>
                <a:lnTo>
                  <a:pt x="148079" y="949227"/>
                </a:lnTo>
                <a:lnTo>
                  <a:pt x="144877" y="932492"/>
                </a:lnTo>
                <a:lnTo>
                  <a:pt x="142875" y="915360"/>
                </a:lnTo>
                <a:lnTo>
                  <a:pt x="143275" y="915758"/>
                </a:lnTo>
                <a:lnTo>
                  <a:pt x="177703" y="873125"/>
                </a:lnTo>
                <a:close/>
                <a:moveTo>
                  <a:pt x="1469926" y="865188"/>
                </a:moveTo>
                <a:lnTo>
                  <a:pt x="1504950" y="909130"/>
                </a:lnTo>
                <a:lnTo>
                  <a:pt x="1502960" y="925756"/>
                </a:lnTo>
                <a:lnTo>
                  <a:pt x="1499776" y="943174"/>
                </a:lnTo>
                <a:lnTo>
                  <a:pt x="1496990" y="959801"/>
                </a:lnTo>
                <a:lnTo>
                  <a:pt x="1493408" y="976428"/>
                </a:lnTo>
                <a:lnTo>
                  <a:pt x="1489428" y="993054"/>
                </a:lnTo>
                <a:lnTo>
                  <a:pt x="1484652" y="1009285"/>
                </a:lnTo>
                <a:lnTo>
                  <a:pt x="1479876" y="1025516"/>
                </a:lnTo>
                <a:lnTo>
                  <a:pt x="1474702" y="1041350"/>
                </a:lnTo>
                <a:lnTo>
                  <a:pt x="1469528" y="1057185"/>
                </a:lnTo>
                <a:lnTo>
                  <a:pt x="1463558" y="1073020"/>
                </a:lnTo>
                <a:lnTo>
                  <a:pt x="1457190" y="1088855"/>
                </a:lnTo>
                <a:lnTo>
                  <a:pt x="1450423" y="1103898"/>
                </a:lnTo>
                <a:lnTo>
                  <a:pt x="1443657" y="1118941"/>
                </a:lnTo>
                <a:lnTo>
                  <a:pt x="1435697" y="1133984"/>
                </a:lnTo>
                <a:lnTo>
                  <a:pt x="1428533" y="1148631"/>
                </a:lnTo>
                <a:lnTo>
                  <a:pt x="1420175" y="1162883"/>
                </a:lnTo>
                <a:lnTo>
                  <a:pt x="1365250" y="1177926"/>
                </a:lnTo>
                <a:lnTo>
                  <a:pt x="1376394" y="1160508"/>
                </a:lnTo>
                <a:lnTo>
                  <a:pt x="1386743" y="1143089"/>
                </a:lnTo>
                <a:lnTo>
                  <a:pt x="1396693" y="1124879"/>
                </a:lnTo>
                <a:lnTo>
                  <a:pt x="1405847" y="1106669"/>
                </a:lnTo>
                <a:lnTo>
                  <a:pt x="1414603" y="1088063"/>
                </a:lnTo>
                <a:lnTo>
                  <a:pt x="1422961" y="1069457"/>
                </a:lnTo>
                <a:lnTo>
                  <a:pt x="1430523" y="1050060"/>
                </a:lnTo>
                <a:lnTo>
                  <a:pt x="1437687" y="1030662"/>
                </a:lnTo>
                <a:lnTo>
                  <a:pt x="1444055" y="1010868"/>
                </a:lnTo>
                <a:lnTo>
                  <a:pt x="1449627" y="990283"/>
                </a:lnTo>
                <a:lnTo>
                  <a:pt x="1454802" y="970094"/>
                </a:lnTo>
                <a:lnTo>
                  <a:pt x="1459180" y="949508"/>
                </a:lnTo>
                <a:lnTo>
                  <a:pt x="1463160" y="928923"/>
                </a:lnTo>
                <a:lnTo>
                  <a:pt x="1466344" y="907942"/>
                </a:lnTo>
                <a:lnTo>
                  <a:pt x="1468334" y="886565"/>
                </a:lnTo>
                <a:lnTo>
                  <a:pt x="1469926" y="865188"/>
                </a:lnTo>
                <a:close/>
                <a:moveTo>
                  <a:pt x="1646635" y="785813"/>
                </a:moveTo>
                <a:lnTo>
                  <a:pt x="1647825" y="804876"/>
                </a:lnTo>
                <a:lnTo>
                  <a:pt x="1647825" y="823940"/>
                </a:lnTo>
                <a:lnTo>
                  <a:pt x="1647825" y="842606"/>
                </a:lnTo>
                <a:lnTo>
                  <a:pt x="1646635" y="861669"/>
                </a:lnTo>
                <a:lnTo>
                  <a:pt x="1645841" y="879938"/>
                </a:lnTo>
                <a:lnTo>
                  <a:pt x="1644650" y="898605"/>
                </a:lnTo>
                <a:lnTo>
                  <a:pt x="1642269" y="916477"/>
                </a:lnTo>
                <a:lnTo>
                  <a:pt x="1640285" y="934746"/>
                </a:lnTo>
                <a:lnTo>
                  <a:pt x="1637506" y="953015"/>
                </a:lnTo>
                <a:lnTo>
                  <a:pt x="1634728" y="970887"/>
                </a:lnTo>
                <a:lnTo>
                  <a:pt x="1631156" y="988759"/>
                </a:lnTo>
                <a:lnTo>
                  <a:pt x="1627188" y="1006630"/>
                </a:lnTo>
                <a:lnTo>
                  <a:pt x="1623616" y="1023708"/>
                </a:lnTo>
                <a:lnTo>
                  <a:pt x="1618853" y="1041183"/>
                </a:lnTo>
                <a:lnTo>
                  <a:pt x="1614091" y="1058260"/>
                </a:lnTo>
                <a:lnTo>
                  <a:pt x="1608931" y="1075735"/>
                </a:lnTo>
                <a:lnTo>
                  <a:pt x="1602978" y="1092416"/>
                </a:lnTo>
                <a:lnTo>
                  <a:pt x="1597025" y="1109096"/>
                </a:lnTo>
                <a:lnTo>
                  <a:pt x="1590675" y="1125777"/>
                </a:lnTo>
                <a:lnTo>
                  <a:pt x="1584325" y="1142060"/>
                </a:lnTo>
                <a:lnTo>
                  <a:pt x="1576785" y="1158343"/>
                </a:lnTo>
                <a:lnTo>
                  <a:pt x="1569641" y="1174229"/>
                </a:lnTo>
                <a:lnTo>
                  <a:pt x="1562100" y="1190116"/>
                </a:lnTo>
                <a:lnTo>
                  <a:pt x="1553766" y="1205605"/>
                </a:lnTo>
                <a:lnTo>
                  <a:pt x="1545828" y="1221094"/>
                </a:lnTo>
                <a:lnTo>
                  <a:pt x="1537097" y="1236980"/>
                </a:lnTo>
                <a:lnTo>
                  <a:pt x="1527969" y="1251675"/>
                </a:lnTo>
                <a:lnTo>
                  <a:pt x="1518841" y="1266767"/>
                </a:lnTo>
                <a:lnTo>
                  <a:pt x="1508919" y="1281461"/>
                </a:lnTo>
                <a:lnTo>
                  <a:pt x="1499394" y="1295759"/>
                </a:lnTo>
                <a:lnTo>
                  <a:pt x="1489075" y="1309659"/>
                </a:lnTo>
                <a:lnTo>
                  <a:pt x="1478756" y="1323560"/>
                </a:lnTo>
                <a:lnTo>
                  <a:pt x="1468041" y="1337460"/>
                </a:lnTo>
                <a:lnTo>
                  <a:pt x="1456928" y="1350963"/>
                </a:lnTo>
                <a:lnTo>
                  <a:pt x="1447800" y="1300525"/>
                </a:lnTo>
                <a:lnTo>
                  <a:pt x="1457325" y="1287816"/>
                </a:lnTo>
                <a:lnTo>
                  <a:pt x="1466453" y="1274710"/>
                </a:lnTo>
                <a:lnTo>
                  <a:pt x="1474788" y="1262398"/>
                </a:lnTo>
                <a:lnTo>
                  <a:pt x="1483519" y="1248895"/>
                </a:lnTo>
                <a:lnTo>
                  <a:pt x="1492250" y="1235789"/>
                </a:lnTo>
                <a:lnTo>
                  <a:pt x="1499791" y="1222682"/>
                </a:lnTo>
                <a:lnTo>
                  <a:pt x="1508125" y="1208782"/>
                </a:lnTo>
                <a:lnTo>
                  <a:pt x="1515666" y="1195279"/>
                </a:lnTo>
                <a:lnTo>
                  <a:pt x="1522810" y="1180981"/>
                </a:lnTo>
                <a:lnTo>
                  <a:pt x="1529556" y="1167081"/>
                </a:lnTo>
                <a:lnTo>
                  <a:pt x="1536700" y="1153180"/>
                </a:lnTo>
                <a:lnTo>
                  <a:pt x="1543050" y="1138883"/>
                </a:lnTo>
                <a:lnTo>
                  <a:pt x="1549003" y="1124188"/>
                </a:lnTo>
                <a:lnTo>
                  <a:pt x="1555353" y="1109493"/>
                </a:lnTo>
                <a:lnTo>
                  <a:pt x="1560910" y="1094799"/>
                </a:lnTo>
                <a:lnTo>
                  <a:pt x="1566069" y="1079707"/>
                </a:lnTo>
                <a:lnTo>
                  <a:pt x="1571228" y="1064218"/>
                </a:lnTo>
                <a:lnTo>
                  <a:pt x="1575991" y="1049126"/>
                </a:lnTo>
                <a:lnTo>
                  <a:pt x="1580356" y="1034034"/>
                </a:lnTo>
                <a:lnTo>
                  <a:pt x="1584722" y="1018545"/>
                </a:lnTo>
                <a:lnTo>
                  <a:pt x="1588294" y="1003056"/>
                </a:lnTo>
                <a:lnTo>
                  <a:pt x="1591866" y="987170"/>
                </a:lnTo>
                <a:lnTo>
                  <a:pt x="1595041" y="971681"/>
                </a:lnTo>
                <a:lnTo>
                  <a:pt x="1597819" y="955398"/>
                </a:lnTo>
                <a:lnTo>
                  <a:pt x="1600597" y="939511"/>
                </a:lnTo>
                <a:lnTo>
                  <a:pt x="1602581" y="923228"/>
                </a:lnTo>
                <a:lnTo>
                  <a:pt x="1604566" y="906945"/>
                </a:lnTo>
                <a:lnTo>
                  <a:pt x="1606153" y="890662"/>
                </a:lnTo>
                <a:lnTo>
                  <a:pt x="1606947" y="874378"/>
                </a:lnTo>
                <a:lnTo>
                  <a:pt x="1607741" y="857301"/>
                </a:lnTo>
                <a:lnTo>
                  <a:pt x="1608931" y="841017"/>
                </a:lnTo>
                <a:lnTo>
                  <a:pt x="1608931" y="823940"/>
                </a:lnTo>
                <a:lnTo>
                  <a:pt x="1608931" y="822351"/>
                </a:lnTo>
                <a:lnTo>
                  <a:pt x="1646635" y="785813"/>
                </a:lnTo>
                <a:close/>
                <a:moveTo>
                  <a:pt x="1191" y="779463"/>
                </a:moveTo>
                <a:lnTo>
                  <a:pt x="39291" y="816372"/>
                </a:lnTo>
                <a:lnTo>
                  <a:pt x="38894" y="824707"/>
                </a:lnTo>
                <a:lnTo>
                  <a:pt x="39291" y="842169"/>
                </a:lnTo>
                <a:lnTo>
                  <a:pt x="39687" y="858838"/>
                </a:lnTo>
                <a:lnTo>
                  <a:pt x="40481" y="876300"/>
                </a:lnTo>
                <a:lnTo>
                  <a:pt x="41672" y="892969"/>
                </a:lnTo>
                <a:lnTo>
                  <a:pt x="43656" y="910035"/>
                </a:lnTo>
                <a:lnTo>
                  <a:pt x="45244" y="926307"/>
                </a:lnTo>
                <a:lnTo>
                  <a:pt x="47625" y="943372"/>
                </a:lnTo>
                <a:lnTo>
                  <a:pt x="50403" y="959644"/>
                </a:lnTo>
                <a:lnTo>
                  <a:pt x="53578" y="975519"/>
                </a:lnTo>
                <a:lnTo>
                  <a:pt x="56753" y="992188"/>
                </a:lnTo>
                <a:lnTo>
                  <a:pt x="60325" y="1008063"/>
                </a:lnTo>
                <a:lnTo>
                  <a:pt x="64691" y="1023938"/>
                </a:lnTo>
                <a:lnTo>
                  <a:pt x="69056" y="1039813"/>
                </a:lnTo>
                <a:lnTo>
                  <a:pt x="73819" y="1055688"/>
                </a:lnTo>
                <a:lnTo>
                  <a:pt x="78581" y="1071166"/>
                </a:lnTo>
                <a:lnTo>
                  <a:pt x="83741" y="1086644"/>
                </a:lnTo>
                <a:lnTo>
                  <a:pt x="89297" y="1101726"/>
                </a:lnTo>
                <a:lnTo>
                  <a:pt x="95250" y="1116807"/>
                </a:lnTo>
                <a:lnTo>
                  <a:pt x="101203" y="1131888"/>
                </a:lnTo>
                <a:lnTo>
                  <a:pt x="108347" y="1146573"/>
                </a:lnTo>
                <a:lnTo>
                  <a:pt x="114697" y="1161257"/>
                </a:lnTo>
                <a:lnTo>
                  <a:pt x="122238" y="1175941"/>
                </a:lnTo>
                <a:lnTo>
                  <a:pt x="129381" y="1190229"/>
                </a:lnTo>
                <a:lnTo>
                  <a:pt x="137319" y="1204517"/>
                </a:lnTo>
                <a:lnTo>
                  <a:pt x="144860" y="1218407"/>
                </a:lnTo>
                <a:lnTo>
                  <a:pt x="153194" y="1232298"/>
                </a:lnTo>
                <a:lnTo>
                  <a:pt x="161925" y="1245792"/>
                </a:lnTo>
                <a:lnTo>
                  <a:pt x="170260" y="1259285"/>
                </a:lnTo>
                <a:lnTo>
                  <a:pt x="179388" y="1272382"/>
                </a:lnTo>
                <a:lnTo>
                  <a:pt x="188913" y="1285479"/>
                </a:lnTo>
                <a:lnTo>
                  <a:pt x="198438" y="1298179"/>
                </a:lnTo>
                <a:lnTo>
                  <a:pt x="207963" y="1311276"/>
                </a:lnTo>
                <a:lnTo>
                  <a:pt x="199628" y="1362076"/>
                </a:lnTo>
                <a:lnTo>
                  <a:pt x="188516" y="1348186"/>
                </a:lnTo>
                <a:lnTo>
                  <a:pt x="177403" y="1334295"/>
                </a:lnTo>
                <a:lnTo>
                  <a:pt x="166291" y="1320404"/>
                </a:lnTo>
                <a:lnTo>
                  <a:pt x="155575" y="1306117"/>
                </a:lnTo>
                <a:lnTo>
                  <a:pt x="145256" y="1291432"/>
                </a:lnTo>
                <a:lnTo>
                  <a:pt x="135335" y="1276748"/>
                </a:lnTo>
                <a:lnTo>
                  <a:pt x="125413" y="1261667"/>
                </a:lnTo>
                <a:lnTo>
                  <a:pt x="115888" y="1245792"/>
                </a:lnTo>
                <a:lnTo>
                  <a:pt x="106760" y="1230710"/>
                </a:lnTo>
                <a:lnTo>
                  <a:pt x="98425" y="1214835"/>
                </a:lnTo>
                <a:lnTo>
                  <a:pt x="90091" y="1198960"/>
                </a:lnTo>
                <a:lnTo>
                  <a:pt x="81756" y="1183085"/>
                </a:lnTo>
                <a:lnTo>
                  <a:pt x="74216" y="1166416"/>
                </a:lnTo>
                <a:lnTo>
                  <a:pt x="66675" y="1150144"/>
                </a:lnTo>
                <a:lnTo>
                  <a:pt x="59928" y="1133079"/>
                </a:lnTo>
                <a:lnTo>
                  <a:pt x="53578" y="1116410"/>
                </a:lnTo>
                <a:lnTo>
                  <a:pt x="46831" y="1098948"/>
                </a:lnTo>
                <a:lnTo>
                  <a:pt x="41275" y="1081882"/>
                </a:lnTo>
                <a:lnTo>
                  <a:pt x="35719" y="1064419"/>
                </a:lnTo>
                <a:lnTo>
                  <a:pt x="30559" y="1046957"/>
                </a:lnTo>
                <a:lnTo>
                  <a:pt x="25797" y="1029097"/>
                </a:lnTo>
                <a:lnTo>
                  <a:pt x="21431" y="1011635"/>
                </a:lnTo>
                <a:lnTo>
                  <a:pt x="17066" y="993379"/>
                </a:lnTo>
                <a:lnTo>
                  <a:pt x="13494" y="975122"/>
                </a:lnTo>
                <a:lnTo>
                  <a:pt x="10716" y="956469"/>
                </a:lnTo>
                <a:lnTo>
                  <a:pt x="7541" y="938610"/>
                </a:lnTo>
                <a:lnTo>
                  <a:pt x="5556" y="919957"/>
                </a:lnTo>
                <a:lnTo>
                  <a:pt x="3175" y="900907"/>
                </a:lnTo>
                <a:lnTo>
                  <a:pt x="1984" y="882254"/>
                </a:lnTo>
                <a:lnTo>
                  <a:pt x="794" y="863204"/>
                </a:lnTo>
                <a:lnTo>
                  <a:pt x="397" y="844154"/>
                </a:lnTo>
                <a:lnTo>
                  <a:pt x="0" y="824707"/>
                </a:lnTo>
                <a:lnTo>
                  <a:pt x="397" y="802085"/>
                </a:lnTo>
                <a:lnTo>
                  <a:pt x="1191" y="779463"/>
                </a:lnTo>
                <a:close/>
                <a:moveTo>
                  <a:pt x="1314889" y="671513"/>
                </a:moveTo>
                <a:lnTo>
                  <a:pt x="1339850" y="701729"/>
                </a:lnTo>
                <a:lnTo>
                  <a:pt x="1101725" y="776288"/>
                </a:lnTo>
                <a:lnTo>
                  <a:pt x="1116385" y="730768"/>
                </a:lnTo>
                <a:lnTo>
                  <a:pt x="1314889" y="671513"/>
                </a:lnTo>
                <a:close/>
                <a:moveTo>
                  <a:pt x="339763" y="668338"/>
                </a:moveTo>
                <a:lnTo>
                  <a:pt x="538932" y="730250"/>
                </a:lnTo>
                <a:lnTo>
                  <a:pt x="554038" y="776288"/>
                </a:lnTo>
                <a:lnTo>
                  <a:pt x="317500" y="698500"/>
                </a:lnTo>
                <a:lnTo>
                  <a:pt x="339763" y="668338"/>
                </a:lnTo>
                <a:close/>
                <a:moveTo>
                  <a:pt x="828080" y="554038"/>
                </a:moveTo>
                <a:lnTo>
                  <a:pt x="847512" y="567940"/>
                </a:lnTo>
                <a:lnTo>
                  <a:pt x="1087438" y="737939"/>
                </a:lnTo>
                <a:lnTo>
                  <a:pt x="1086645" y="741117"/>
                </a:lnTo>
                <a:lnTo>
                  <a:pt x="1086249" y="742308"/>
                </a:lnTo>
                <a:lnTo>
                  <a:pt x="987105" y="1046163"/>
                </a:lnTo>
                <a:lnTo>
                  <a:pt x="980364" y="1046163"/>
                </a:lnTo>
                <a:lnTo>
                  <a:pt x="935551" y="1046163"/>
                </a:lnTo>
                <a:lnTo>
                  <a:pt x="669054" y="1046163"/>
                </a:lnTo>
                <a:lnTo>
                  <a:pt x="570308" y="742308"/>
                </a:lnTo>
                <a:lnTo>
                  <a:pt x="569911" y="741117"/>
                </a:lnTo>
                <a:lnTo>
                  <a:pt x="568325" y="737939"/>
                </a:lnTo>
                <a:lnTo>
                  <a:pt x="808648" y="567940"/>
                </a:lnTo>
                <a:lnTo>
                  <a:pt x="828080" y="554038"/>
                </a:lnTo>
                <a:close/>
                <a:moveTo>
                  <a:pt x="1360910" y="387350"/>
                </a:moveTo>
                <a:lnTo>
                  <a:pt x="1489666" y="409557"/>
                </a:lnTo>
                <a:lnTo>
                  <a:pt x="1540533" y="418281"/>
                </a:lnTo>
                <a:lnTo>
                  <a:pt x="1550865" y="437316"/>
                </a:lnTo>
                <a:lnTo>
                  <a:pt x="1560800" y="456747"/>
                </a:lnTo>
                <a:lnTo>
                  <a:pt x="1570337" y="476178"/>
                </a:lnTo>
                <a:lnTo>
                  <a:pt x="1579477" y="495213"/>
                </a:lnTo>
                <a:lnTo>
                  <a:pt x="1587425" y="515834"/>
                </a:lnTo>
                <a:lnTo>
                  <a:pt x="1595373" y="536058"/>
                </a:lnTo>
                <a:lnTo>
                  <a:pt x="1602924" y="556282"/>
                </a:lnTo>
                <a:lnTo>
                  <a:pt x="1609679" y="577300"/>
                </a:lnTo>
                <a:lnTo>
                  <a:pt x="1616038" y="597920"/>
                </a:lnTo>
                <a:lnTo>
                  <a:pt x="1621601" y="619731"/>
                </a:lnTo>
                <a:lnTo>
                  <a:pt x="1626767" y="640748"/>
                </a:lnTo>
                <a:lnTo>
                  <a:pt x="1631536" y="662955"/>
                </a:lnTo>
                <a:lnTo>
                  <a:pt x="1635908" y="684369"/>
                </a:lnTo>
                <a:lnTo>
                  <a:pt x="1639484" y="706973"/>
                </a:lnTo>
                <a:lnTo>
                  <a:pt x="1641868" y="728783"/>
                </a:lnTo>
                <a:lnTo>
                  <a:pt x="1644650" y="751387"/>
                </a:lnTo>
                <a:lnTo>
                  <a:pt x="1607692" y="786680"/>
                </a:lnTo>
                <a:lnTo>
                  <a:pt x="1513510" y="877888"/>
                </a:lnTo>
                <a:lnTo>
                  <a:pt x="1508343" y="871543"/>
                </a:lnTo>
                <a:lnTo>
                  <a:pt x="1471386" y="825146"/>
                </a:lnTo>
                <a:lnTo>
                  <a:pt x="1363691" y="689921"/>
                </a:lnTo>
                <a:lnTo>
                  <a:pt x="1341437" y="662559"/>
                </a:lnTo>
                <a:lnTo>
                  <a:pt x="1341835" y="656214"/>
                </a:lnTo>
                <a:lnTo>
                  <a:pt x="1355743" y="455557"/>
                </a:lnTo>
                <a:lnTo>
                  <a:pt x="1360115" y="396074"/>
                </a:lnTo>
                <a:lnTo>
                  <a:pt x="1360910" y="387350"/>
                </a:lnTo>
                <a:close/>
                <a:moveTo>
                  <a:pt x="293316" y="387350"/>
                </a:moveTo>
                <a:lnTo>
                  <a:pt x="293316" y="388143"/>
                </a:lnTo>
                <a:lnTo>
                  <a:pt x="297280" y="446040"/>
                </a:lnTo>
                <a:lnTo>
                  <a:pt x="311549" y="656214"/>
                </a:lnTo>
                <a:lnTo>
                  <a:pt x="312738" y="662559"/>
                </a:lnTo>
                <a:lnTo>
                  <a:pt x="290145" y="689921"/>
                </a:lnTo>
                <a:lnTo>
                  <a:pt x="175991" y="833870"/>
                </a:lnTo>
                <a:lnTo>
                  <a:pt x="141111" y="877888"/>
                </a:lnTo>
                <a:lnTo>
                  <a:pt x="138733" y="875509"/>
                </a:lnTo>
                <a:lnTo>
                  <a:pt x="39641" y="779939"/>
                </a:lnTo>
                <a:lnTo>
                  <a:pt x="3175" y="744646"/>
                </a:lnTo>
                <a:lnTo>
                  <a:pt x="5949" y="722835"/>
                </a:lnTo>
                <a:lnTo>
                  <a:pt x="8724" y="701025"/>
                </a:lnTo>
                <a:lnTo>
                  <a:pt x="12291" y="679611"/>
                </a:lnTo>
                <a:lnTo>
                  <a:pt x="16255" y="658197"/>
                </a:lnTo>
                <a:lnTo>
                  <a:pt x="21011" y="636783"/>
                </a:lnTo>
                <a:lnTo>
                  <a:pt x="26164" y="616162"/>
                </a:lnTo>
                <a:lnTo>
                  <a:pt x="31713" y="595541"/>
                </a:lnTo>
                <a:lnTo>
                  <a:pt x="38452" y="574920"/>
                </a:lnTo>
                <a:lnTo>
                  <a:pt x="44793" y="554696"/>
                </a:lnTo>
                <a:lnTo>
                  <a:pt x="51928" y="534472"/>
                </a:lnTo>
                <a:lnTo>
                  <a:pt x="59855" y="514644"/>
                </a:lnTo>
                <a:lnTo>
                  <a:pt x="68179" y="495213"/>
                </a:lnTo>
                <a:lnTo>
                  <a:pt x="77296" y="476178"/>
                </a:lnTo>
                <a:lnTo>
                  <a:pt x="86016" y="457143"/>
                </a:lnTo>
                <a:lnTo>
                  <a:pt x="95528" y="438109"/>
                </a:lnTo>
                <a:lnTo>
                  <a:pt x="105834" y="419867"/>
                </a:lnTo>
                <a:lnTo>
                  <a:pt x="156173" y="410747"/>
                </a:lnTo>
                <a:lnTo>
                  <a:pt x="293316" y="387350"/>
                </a:lnTo>
                <a:close/>
                <a:moveTo>
                  <a:pt x="808037" y="298450"/>
                </a:moveTo>
                <a:lnTo>
                  <a:pt x="827881" y="306401"/>
                </a:lnTo>
                <a:lnTo>
                  <a:pt x="847725" y="298450"/>
                </a:lnTo>
                <a:lnTo>
                  <a:pt x="847725" y="536575"/>
                </a:lnTo>
                <a:lnTo>
                  <a:pt x="827881" y="522661"/>
                </a:lnTo>
                <a:lnTo>
                  <a:pt x="808037" y="536575"/>
                </a:lnTo>
                <a:lnTo>
                  <a:pt x="808037" y="298450"/>
                </a:lnTo>
                <a:close/>
                <a:moveTo>
                  <a:pt x="1106341" y="198438"/>
                </a:moveTo>
                <a:lnTo>
                  <a:pt x="1122567" y="205965"/>
                </a:lnTo>
                <a:lnTo>
                  <a:pt x="1139189" y="214285"/>
                </a:lnTo>
                <a:lnTo>
                  <a:pt x="1155020" y="223001"/>
                </a:lnTo>
                <a:lnTo>
                  <a:pt x="1170455" y="231717"/>
                </a:lnTo>
                <a:lnTo>
                  <a:pt x="1185889" y="241225"/>
                </a:lnTo>
                <a:lnTo>
                  <a:pt x="1200928" y="251129"/>
                </a:lnTo>
                <a:lnTo>
                  <a:pt x="1216363" y="261034"/>
                </a:lnTo>
                <a:lnTo>
                  <a:pt x="1231006" y="271335"/>
                </a:lnTo>
                <a:lnTo>
                  <a:pt x="1244858" y="282031"/>
                </a:lnTo>
                <a:lnTo>
                  <a:pt x="1258710" y="293520"/>
                </a:lnTo>
                <a:lnTo>
                  <a:pt x="1272562" y="305010"/>
                </a:lnTo>
                <a:lnTo>
                  <a:pt x="1286018" y="316895"/>
                </a:lnTo>
                <a:lnTo>
                  <a:pt x="1299078" y="328780"/>
                </a:lnTo>
                <a:lnTo>
                  <a:pt x="1312138" y="341854"/>
                </a:lnTo>
                <a:lnTo>
                  <a:pt x="1324407" y="354928"/>
                </a:lnTo>
                <a:lnTo>
                  <a:pt x="1336675" y="367606"/>
                </a:lnTo>
                <a:lnTo>
                  <a:pt x="1332322" y="423863"/>
                </a:lnTo>
                <a:lnTo>
                  <a:pt x="1318470" y="406827"/>
                </a:lnTo>
                <a:lnTo>
                  <a:pt x="1304618" y="390584"/>
                </a:lnTo>
                <a:lnTo>
                  <a:pt x="1289975" y="374737"/>
                </a:lnTo>
                <a:lnTo>
                  <a:pt x="1274145" y="359286"/>
                </a:lnTo>
                <a:lnTo>
                  <a:pt x="1258314" y="344231"/>
                </a:lnTo>
                <a:lnTo>
                  <a:pt x="1242088" y="329969"/>
                </a:lnTo>
                <a:lnTo>
                  <a:pt x="1225070" y="316103"/>
                </a:lnTo>
                <a:lnTo>
                  <a:pt x="1208052" y="302633"/>
                </a:lnTo>
                <a:lnTo>
                  <a:pt x="1189847" y="290351"/>
                </a:lnTo>
                <a:lnTo>
                  <a:pt x="1171642" y="278070"/>
                </a:lnTo>
                <a:lnTo>
                  <a:pt x="1153437" y="266580"/>
                </a:lnTo>
                <a:lnTo>
                  <a:pt x="1134440" y="255884"/>
                </a:lnTo>
                <a:lnTo>
                  <a:pt x="1114652" y="245187"/>
                </a:lnTo>
                <a:lnTo>
                  <a:pt x="1094864" y="235679"/>
                </a:lnTo>
                <a:lnTo>
                  <a:pt x="1074680" y="227359"/>
                </a:lnTo>
                <a:lnTo>
                  <a:pt x="1054100" y="218643"/>
                </a:lnTo>
                <a:lnTo>
                  <a:pt x="1106341" y="198438"/>
                </a:lnTo>
                <a:close/>
                <a:moveTo>
                  <a:pt x="545878" y="196850"/>
                </a:moveTo>
                <a:lnTo>
                  <a:pt x="598488" y="217164"/>
                </a:lnTo>
                <a:lnTo>
                  <a:pt x="577763" y="225130"/>
                </a:lnTo>
                <a:lnTo>
                  <a:pt x="557835" y="233495"/>
                </a:lnTo>
                <a:lnTo>
                  <a:pt x="538305" y="243055"/>
                </a:lnTo>
                <a:lnTo>
                  <a:pt x="518775" y="253013"/>
                </a:lnTo>
                <a:lnTo>
                  <a:pt x="500441" y="263369"/>
                </a:lnTo>
                <a:lnTo>
                  <a:pt x="481709" y="274522"/>
                </a:lnTo>
                <a:lnTo>
                  <a:pt x="463375" y="286471"/>
                </a:lnTo>
                <a:lnTo>
                  <a:pt x="446236" y="298421"/>
                </a:lnTo>
                <a:lnTo>
                  <a:pt x="428700" y="311566"/>
                </a:lnTo>
                <a:lnTo>
                  <a:pt x="411960" y="325108"/>
                </a:lnTo>
                <a:lnTo>
                  <a:pt x="395220" y="338651"/>
                </a:lnTo>
                <a:lnTo>
                  <a:pt x="379676" y="352991"/>
                </a:lnTo>
                <a:lnTo>
                  <a:pt x="364132" y="368127"/>
                </a:lnTo>
                <a:lnTo>
                  <a:pt x="349385" y="383263"/>
                </a:lnTo>
                <a:lnTo>
                  <a:pt x="335037" y="399594"/>
                </a:lnTo>
                <a:lnTo>
                  <a:pt x="321087" y="415925"/>
                </a:lnTo>
                <a:lnTo>
                  <a:pt x="317500" y="360957"/>
                </a:lnTo>
                <a:lnTo>
                  <a:pt x="329457" y="347812"/>
                </a:lnTo>
                <a:lnTo>
                  <a:pt x="341414" y="335465"/>
                </a:lnTo>
                <a:lnTo>
                  <a:pt x="354567" y="323117"/>
                </a:lnTo>
                <a:lnTo>
                  <a:pt x="367719" y="311566"/>
                </a:lnTo>
                <a:lnTo>
                  <a:pt x="380872" y="299616"/>
                </a:lnTo>
                <a:lnTo>
                  <a:pt x="394423" y="288463"/>
                </a:lnTo>
                <a:lnTo>
                  <a:pt x="408373" y="277708"/>
                </a:lnTo>
                <a:lnTo>
                  <a:pt x="422721" y="267352"/>
                </a:lnTo>
                <a:lnTo>
                  <a:pt x="437069" y="256996"/>
                </a:lnTo>
                <a:lnTo>
                  <a:pt x="451816" y="247436"/>
                </a:lnTo>
                <a:lnTo>
                  <a:pt x="466962" y="237877"/>
                </a:lnTo>
                <a:lnTo>
                  <a:pt x="482107" y="228715"/>
                </a:lnTo>
                <a:lnTo>
                  <a:pt x="497651" y="219952"/>
                </a:lnTo>
                <a:lnTo>
                  <a:pt x="513195" y="211986"/>
                </a:lnTo>
                <a:lnTo>
                  <a:pt x="529536" y="204020"/>
                </a:lnTo>
                <a:lnTo>
                  <a:pt x="545878" y="196850"/>
                </a:lnTo>
                <a:close/>
                <a:moveTo>
                  <a:pt x="1028700" y="25400"/>
                </a:moveTo>
                <a:lnTo>
                  <a:pt x="1048147" y="30571"/>
                </a:lnTo>
                <a:lnTo>
                  <a:pt x="1067197" y="36139"/>
                </a:lnTo>
                <a:lnTo>
                  <a:pt x="1086247" y="42503"/>
                </a:lnTo>
                <a:lnTo>
                  <a:pt x="1104900" y="49265"/>
                </a:lnTo>
                <a:lnTo>
                  <a:pt x="1123553" y="56026"/>
                </a:lnTo>
                <a:lnTo>
                  <a:pt x="1142207" y="63186"/>
                </a:lnTo>
                <a:lnTo>
                  <a:pt x="1160066" y="71538"/>
                </a:lnTo>
                <a:lnTo>
                  <a:pt x="1177925" y="79891"/>
                </a:lnTo>
                <a:lnTo>
                  <a:pt x="1195388" y="88641"/>
                </a:lnTo>
                <a:lnTo>
                  <a:pt x="1212850" y="97392"/>
                </a:lnTo>
                <a:lnTo>
                  <a:pt x="1230313" y="106937"/>
                </a:lnTo>
                <a:lnTo>
                  <a:pt x="1246982" y="116881"/>
                </a:lnTo>
                <a:lnTo>
                  <a:pt x="1263650" y="127620"/>
                </a:lnTo>
                <a:lnTo>
                  <a:pt x="1280319" y="138359"/>
                </a:lnTo>
                <a:lnTo>
                  <a:pt x="1296194" y="149098"/>
                </a:lnTo>
                <a:lnTo>
                  <a:pt x="1312069" y="160633"/>
                </a:lnTo>
                <a:lnTo>
                  <a:pt x="1327547" y="172565"/>
                </a:lnTo>
                <a:lnTo>
                  <a:pt x="1342629" y="184497"/>
                </a:lnTo>
                <a:lnTo>
                  <a:pt x="1358107" y="197225"/>
                </a:lnTo>
                <a:lnTo>
                  <a:pt x="1372791" y="209953"/>
                </a:lnTo>
                <a:lnTo>
                  <a:pt x="1386682" y="223079"/>
                </a:lnTo>
                <a:lnTo>
                  <a:pt x="1400572" y="237000"/>
                </a:lnTo>
                <a:lnTo>
                  <a:pt x="1414463" y="250921"/>
                </a:lnTo>
                <a:lnTo>
                  <a:pt x="1427957" y="264444"/>
                </a:lnTo>
                <a:lnTo>
                  <a:pt x="1440657" y="279161"/>
                </a:lnTo>
                <a:lnTo>
                  <a:pt x="1453754" y="293877"/>
                </a:lnTo>
                <a:lnTo>
                  <a:pt x="1466454" y="309389"/>
                </a:lnTo>
                <a:lnTo>
                  <a:pt x="1477963" y="324901"/>
                </a:lnTo>
                <a:lnTo>
                  <a:pt x="1489473" y="340413"/>
                </a:lnTo>
                <a:lnTo>
                  <a:pt x="1501379" y="356323"/>
                </a:lnTo>
                <a:lnTo>
                  <a:pt x="1512094" y="372233"/>
                </a:lnTo>
                <a:lnTo>
                  <a:pt x="1522413" y="388938"/>
                </a:lnTo>
                <a:lnTo>
                  <a:pt x="1470026" y="380187"/>
                </a:lnTo>
                <a:lnTo>
                  <a:pt x="1460501" y="366664"/>
                </a:lnTo>
                <a:lnTo>
                  <a:pt x="1451373" y="353539"/>
                </a:lnTo>
                <a:lnTo>
                  <a:pt x="1441451" y="340413"/>
                </a:lnTo>
                <a:lnTo>
                  <a:pt x="1430735" y="327685"/>
                </a:lnTo>
                <a:lnTo>
                  <a:pt x="1420416" y="315355"/>
                </a:lnTo>
                <a:lnTo>
                  <a:pt x="1409701" y="302627"/>
                </a:lnTo>
                <a:lnTo>
                  <a:pt x="1398985" y="290695"/>
                </a:lnTo>
                <a:lnTo>
                  <a:pt x="1387872" y="278763"/>
                </a:lnTo>
                <a:lnTo>
                  <a:pt x="1375966" y="267228"/>
                </a:lnTo>
                <a:lnTo>
                  <a:pt x="1364457" y="255694"/>
                </a:lnTo>
                <a:lnTo>
                  <a:pt x="1352154" y="244557"/>
                </a:lnTo>
                <a:lnTo>
                  <a:pt x="1340247" y="233420"/>
                </a:lnTo>
                <a:lnTo>
                  <a:pt x="1327944" y="223079"/>
                </a:lnTo>
                <a:lnTo>
                  <a:pt x="1315244" y="212737"/>
                </a:lnTo>
                <a:lnTo>
                  <a:pt x="1302544" y="202396"/>
                </a:lnTo>
                <a:lnTo>
                  <a:pt x="1289844" y="192452"/>
                </a:lnTo>
                <a:lnTo>
                  <a:pt x="1276350" y="182906"/>
                </a:lnTo>
                <a:lnTo>
                  <a:pt x="1262857" y="173758"/>
                </a:lnTo>
                <a:lnTo>
                  <a:pt x="1248966" y="164610"/>
                </a:lnTo>
                <a:lnTo>
                  <a:pt x="1235472" y="155462"/>
                </a:lnTo>
                <a:lnTo>
                  <a:pt x="1221582" y="147507"/>
                </a:lnTo>
                <a:lnTo>
                  <a:pt x="1207294" y="139155"/>
                </a:lnTo>
                <a:lnTo>
                  <a:pt x="1192610" y="130802"/>
                </a:lnTo>
                <a:lnTo>
                  <a:pt x="1178322" y="123643"/>
                </a:lnTo>
                <a:lnTo>
                  <a:pt x="1163241" y="116085"/>
                </a:lnTo>
                <a:lnTo>
                  <a:pt x="1148557" y="108926"/>
                </a:lnTo>
                <a:lnTo>
                  <a:pt x="1133475" y="102164"/>
                </a:lnTo>
                <a:lnTo>
                  <a:pt x="1117997" y="95801"/>
                </a:lnTo>
                <a:lnTo>
                  <a:pt x="1102916" y="89834"/>
                </a:lnTo>
                <a:lnTo>
                  <a:pt x="1087041" y="84266"/>
                </a:lnTo>
                <a:lnTo>
                  <a:pt x="1071166" y="78698"/>
                </a:lnTo>
                <a:lnTo>
                  <a:pt x="1055291" y="73527"/>
                </a:lnTo>
                <a:lnTo>
                  <a:pt x="1028700" y="25400"/>
                </a:lnTo>
                <a:close/>
                <a:moveTo>
                  <a:pt x="619125" y="25400"/>
                </a:moveTo>
                <a:lnTo>
                  <a:pt x="594935" y="72333"/>
                </a:lnTo>
                <a:lnTo>
                  <a:pt x="579073" y="77504"/>
                </a:lnTo>
                <a:lnTo>
                  <a:pt x="563211" y="82674"/>
                </a:lnTo>
                <a:lnTo>
                  <a:pt x="546952" y="89038"/>
                </a:lnTo>
                <a:lnTo>
                  <a:pt x="531486" y="95004"/>
                </a:lnTo>
                <a:lnTo>
                  <a:pt x="516020" y="101368"/>
                </a:lnTo>
                <a:lnTo>
                  <a:pt x="500951" y="108130"/>
                </a:lnTo>
                <a:lnTo>
                  <a:pt x="485882" y="115289"/>
                </a:lnTo>
                <a:lnTo>
                  <a:pt x="470813" y="122846"/>
                </a:lnTo>
                <a:lnTo>
                  <a:pt x="456140" y="130005"/>
                </a:lnTo>
                <a:lnTo>
                  <a:pt x="441467" y="138358"/>
                </a:lnTo>
                <a:lnTo>
                  <a:pt x="427191" y="146313"/>
                </a:lnTo>
                <a:lnTo>
                  <a:pt x="412915" y="155063"/>
                </a:lnTo>
                <a:lnTo>
                  <a:pt x="399036" y="163813"/>
                </a:lnTo>
                <a:lnTo>
                  <a:pt x="385156" y="172961"/>
                </a:lnTo>
                <a:lnTo>
                  <a:pt x="371277" y="182507"/>
                </a:lnTo>
                <a:lnTo>
                  <a:pt x="358190" y="192053"/>
                </a:lnTo>
                <a:lnTo>
                  <a:pt x="345104" y="201996"/>
                </a:lnTo>
                <a:lnTo>
                  <a:pt x="332018" y="212338"/>
                </a:lnTo>
                <a:lnTo>
                  <a:pt x="319328" y="222679"/>
                </a:lnTo>
                <a:lnTo>
                  <a:pt x="307035" y="233418"/>
                </a:lnTo>
                <a:lnTo>
                  <a:pt x="294741" y="244554"/>
                </a:lnTo>
                <a:lnTo>
                  <a:pt x="282448" y="256089"/>
                </a:lnTo>
                <a:lnTo>
                  <a:pt x="270948" y="267226"/>
                </a:lnTo>
                <a:lnTo>
                  <a:pt x="259448" y="278760"/>
                </a:lnTo>
                <a:lnTo>
                  <a:pt x="247948" y="291090"/>
                </a:lnTo>
                <a:lnTo>
                  <a:pt x="236844" y="303022"/>
                </a:lnTo>
                <a:lnTo>
                  <a:pt x="226137" y="315750"/>
                </a:lnTo>
                <a:lnTo>
                  <a:pt x="215826" y="328477"/>
                </a:lnTo>
                <a:lnTo>
                  <a:pt x="205516" y="341205"/>
                </a:lnTo>
                <a:lnTo>
                  <a:pt x="195602" y="354728"/>
                </a:lnTo>
                <a:lnTo>
                  <a:pt x="185688" y="367854"/>
                </a:lnTo>
                <a:lnTo>
                  <a:pt x="176170" y="381377"/>
                </a:lnTo>
                <a:lnTo>
                  <a:pt x="123825" y="390525"/>
                </a:lnTo>
                <a:lnTo>
                  <a:pt x="134135" y="373820"/>
                </a:lnTo>
                <a:lnTo>
                  <a:pt x="145239" y="357512"/>
                </a:lnTo>
                <a:lnTo>
                  <a:pt x="156739" y="341205"/>
                </a:lnTo>
                <a:lnTo>
                  <a:pt x="168239" y="325693"/>
                </a:lnTo>
                <a:lnTo>
                  <a:pt x="180136" y="310181"/>
                </a:lnTo>
                <a:lnTo>
                  <a:pt x="192826" y="295067"/>
                </a:lnTo>
                <a:lnTo>
                  <a:pt x="205516" y="280351"/>
                </a:lnTo>
                <a:lnTo>
                  <a:pt x="218602" y="265635"/>
                </a:lnTo>
                <a:lnTo>
                  <a:pt x="232085" y="251316"/>
                </a:lnTo>
                <a:lnTo>
                  <a:pt x="245965" y="237395"/>
                </a:lnTo>
                <a:lnTo>
                  <a:pt x="259844" y="223872"/>
                </a:lnTo>
                <a:lnTo>
                  <a:pt x="274517" y="210349"/>
                </a:lnTo>
                <a:lnTo>
                  <a:pt x="289190" y="197621"/>
                </a:lnTo>
                <a:lnTo>
                  <a:pt x="303862" y="184893"/>
                </a:lnTo>
                <a:lnTo>
                  <a:pt x="319328" y="172961"/>
                </a:lnTo>
                <a:lnTo>
                  <a:pt x="334794" y="160631"/>
                </a:lnTo>
                <a:lnTo>
                  <a:pt x="350656" y="149495"/>
                </a:lnTo>
                <a:lnTo>
                  <a:pt x="366518" y="138358"/>
                </a:lnTo>
                <a:lnTo>
                  <a:pt x="383174" y="127619"/>
                </a:lnTo>
                <a:lnTo>
                  <a:pt x="399829" y="116880"/>
                </a:lnTo>
                <a:lnTo>
                  <a:pt x="416881" y="106936"/>
                </a:lnTo>
                <a:lnTo>
                  <a:pt x="433933" y="97391"/>
                </a:lnTo>
                <a:lnTo>
                  <a:pt x="451778" y="88640"/>
                </a:lnTo>
                <a:lnTo>
                  <a:pt x="469227" y="79890"/>
                </a:lnTo>
                <a:lnTo>
                  <a:pt x="487072" y="71140"/>
                </a:lnTo>
                <a:lnTo>
                  <a:pt x="505710" y="63185"/>
                </a:lnTo>
                <a:lnTo>
                  <a:pt x="523951" y="56026"/>
                </a:lnTo>
                <a:lnTo>
                  <a:pt x="542193" y="48867"/>
                </a:lnTo>
                <a:lnTo>
                  <a:pt x="561228" y="42105"/>
                </a:lnTo>
                <a:lnTo>
                  <a:pt x="580263" y="36139"/>
                </a:lnTo>
                <a:lnTo>
                  <a:pt x="599694" y="30570"/>
                </a:lnTo>
                <a:lnTo>
                  <a:pt x="619125" y="25400"/>
                </a:lnTo>
                <a:close/>
                <a:moveTo>
                  <a:pt x="824315" y="0"/>
                </a:moveTo>
                <a:lnTo>
                  <a:pt x="846110" y="792"/>
                </a:lnTo>
                <a:lnTo>
                  <a:pt x="868300" y="1585"/>
                </a:lnTo>
                <a:lnTo>
                  <a:pt x="889699" y="2774"/>
                </a:lnTo>
                <a:lnTo>
                  <a:pt x="911097" y="4756"/>
                </a:lnTo>
                <a:lnTo>
                  <a:pt x="932495" y="7530"/>
                </a:lnTo>
                <a:lnTo>
                  <a:pt x="953497" y="10700"/>
                </a:lnTo>
                <a:lnTo>
                  <a:pt x="974499" y="13871"/>
                </a:lnTo>
                <a:lnTo>
                  <a:pt x="995500" y="18230"/>
                </a:lnTo>
                <a:lnTo>
                  <a:pt x="1020861" y="63806"/>
                </a:lnTo>
                <a:lnTo>
                  <a:pt x="1084263" y="178339"/>
                </a:lnTo>
                <a:lnTo>
                  <a:pt x="1071187" y="183491"/>
                </a:lnTo>
                <a:lnTo>
                  <a:pt x="1015710" y="204892"/>
                </a:lnTo>
                <a:lnTo>
                  <a:pt x="847298" y="270679"/>
                </a:lnTo>
                <a:lnTo>
                  <a:pt x="827882" y="277813"/>
                </a:lnTo>
                <a:lnTo>
                  <a:pt x="808465" y="270679"/>
                </a:lnTo>
                <a:lnTo>
                  <a:pt x="636883" y="203703"/>
                </a:lnTo>
                <a:lnTo>
                  <a:pt x="581010" y="181906"/>
                </a:lnTo>
                <a:lnTo>
                  <a:pt x="571500" y="178339"/>
                </a:lnTo>
                <a:lnTo>
                  <a:pt x="630147" y="63409"/>
                </a:lnTo>
                <a:lnTo>
                  <a:pt x="653130" y="18230"/>
                </a:lnTo>
                <a:lnTo>
                  <a:pt x="673736" y="13871"/>
                </a:lnTo>
                <a:lnTo>
                  <a:pt x="694738" y="10700"/>
                </a:lnTo>
                <a:lnTo>
                  <a:pt x="716136" y="7530"/>
                </a:lnTo>
                <a:lnTo>
                  <a:pt x="737534" y="4756"/>
                </a:lnTo>
                <a:lnTo>
                  <a:pt x="758932" y="2774"/>
                </a:lnTo>
                <a:lnTo>
                  <a:pt x="780726" y="1585"/>
                </a:lnTo>
                <a:lnTo>
                  <a:pt x="802125" y="792"/>
                </a:lnTo>
                <a:lnTo>
                  <a:pt x="8243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/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defTabSz="914400"/>
            <a:endParaRPr lang="zh-CN" altLang="en-US">
              <a:solidFill>
                <a:schemeClr val="dk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18"/>
            </p:custDataLst>
          </p:nvPr>
        </p:nvSpPr>
        <p:spPr>
          <a:xfrm>
            <a:off x="3996690" y="5677868"/>
            <a:ext cx="6636085" cy="87611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 spc="15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对话管理：维护完整 conversation history，保留上下文</a:t>
            </a:r>
            <a:endParaRPr sz="1800" spc="15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19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20"/>
            </p:custDataLst>
          </p:nvPr>
        </p:nvSpPr>
        <p:spPr>
          <a:xfrm>
            <a:off x="1126470" y="168292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提示词工程</a:t>
            </a:r>
            <a:endParaRPr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0055971" y="3632835"/>
            <a:ext cx="2135394" cy="3225165"/>
          </a:xfrm>
          <a:prstGeom prst="rect">
            <a:avLst/>
          </a:prstGeom>
          <a:blipFill dpi="0" rotWithShape="1">
            <a:blip r:embed="rId3">
              <a:alphaModFix amt="8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240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77" b="88889" l="869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243205"/>
            <a:ext cx="1126431" cy="79184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2862673" y="4190669"/>
            <a:ext cx="2302529" cy="236244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94" tIns="395979" rIns="107994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</a:t>
            </a:r>
            <a:r>
              <a:rPr lang="zh-CN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设计古风</a:t>
            </a:r>
            <a:r>
              <a:rPr lang="en-US" altLang="zh-CN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skill</a:t>
            </a:r>
            <a:r>
              <a:rPr lang="zh-CN" altLang="en-US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，让</a:t>
            </a:r>
            <a:r>
              <a:rPr lang="en-US" altLang="zh-CN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ai</a:t>
            </a:r>
            <a:r>
              <a:rPr lang="zh-CN" altLang="en-US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输出知识不再生硬，更生动贴合</a:t>
            </a:r>
            <a:r>
              <a:rPr lang="zh-CN" altLang="en-US"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文景</a:t>
            </a:r>
            <a:endParaRPr lang="zh-CN" altLang="en-US" sz="180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8"/>
            </p:custDataLst>
          </p:nvPr>
        </p:nvSpPr>
        <p:spPr>
          <a:xfrm>
            <a:off x="3178728" y="4053714"/>
            <a:ext cx="1670417" cy="567786"/>
          </a:xfrm>
          <a:custGeom>
            <a:avLst/>
            <a:gdLst>
              <a:gd name="connsiteX0" fmla="*/ 0 w 1699491"/>
              <a:gd name="connsiteY0" fmla="*/ 0 h 342537"/>
              <a:gd name="connsiteX1" fmla="*/ 1699491 w 1699491"/>
              <a:gd name="connsiteY1" fmla="*/ 0 h 342537"/>
              <a:gd name="connsiteX2" fmla="*/ 1699491 w 1699491"/>
              <a:gd name="connsiteY2" fmla="*/ 185519 h 342537"/>
              <a:gd name="connsiteX3" fmla="*/ 858982 w 1699491"/>
              <a:gd name="connsiteY3" fmla="*/ 342537 h 342537"/>
              <a:gd name="connsiteX4" fmla="*/ 0 w 1699491"/>
              <a:gd name="connsiteY4" fmla="*/ 185519 h 34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491" h="342537">
                <a:moveTo>
                  <a:pt x="0" y="0"/>
                </a:moveTo>
                <a:lnTo>
                  <a:pt x="1699491" y="0"/>
                </a:lnTo>
                <a:lnTo>
                  <a:pt x="1699491" y="185519"/>
                </a:lnTo>
                <a:lnTo>
                  <a:pt x="858982" y="342537"/>
                </a:lnTo>
                <a:lnTo>
                  <a:pt x="0" y="1855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 defTabSz="914400"/>
            <a:r>
              <a:rPr lang="en-US" altLang="zh-CN" sz="2800" b="1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4</a:t>
            </a:r>
            <a:endParaRPr lang="en-US" altLang="zh-CN" sz="2800" b="1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6979379" y="4190669"/>
            <a:ext cx="2302529" cy="23624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94" tIns="395979" rIns="107994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后端用户系统，记录个人游览历史和偏好</a:t>
            </a:r>
            <a:endParaRPr sz="180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0"/>
            </p:custDataLst>
          </p:nvPr>
        </p:nvSpPr>
        <p:spPr>
          <a:xfrm>
            <a:off x="7295435" y="4053714"/>
            <a:ext cx="1670417" cy="567786"/>
          </a:xfrm>
          <a:custGeom>
            <a:avLst/>
            <a:gdLst>
              <a:gd name="connsiteX0" fmla="*/ 0 w 1699491"/>
              <a:gd name="connsiteY0" fmla="*/ 0 h 342537"/>
              <a:gd name="connsiteX1" fmla="*/ 1699491 w 1699491"/>
              <a:gd name="connsiteY1" fmla="*/ 0 h 342537"/>
              <a:gd name="connsiteX2" fmla="*/ 1699491 w 1699491"/>
              <a:gd name="connsiteY2" fmla="*/ 185519 h 342537"/>
              <a:gd name="connsiteX3" fmla="*/ 858982 w 1699491"/>
              <a:gd name="connsiteY3" fmla="*/ 342537 h 342537"/>
              <a:gd name="connsiteX4" fmla="*/ 0 w 1699491"/>
              <a:gd name="connsiteY4" fmla="*/ 185519 h 34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491" h="342537">
                <a:moveTo>
                  <a:pt x="0" y="0"/>
                </a:moveTo>
                <a:lnTo>
                  <a:pt x="1699491" y="0"/>
                </a:lnTo>
                <a:lnTo>
                  <a:pt x="1699491" y="185519"/>
                </a:lnTo>
                <a:lnTo>
                  <a:pt x="858982" y="342537"/>
                </a:lnTo>
                <a:lnTo>
                  <a:pt x="0" y="1855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 defTabSz="914400"/>
            <a:r>
              <a:rPr lang="en-US" altLang="zh-CN" sz="2800" b="1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5</a:t>
            </a:r>
            <a:endParaRPr lang="en-US" altLang="zh-CN" sz="2800" b="1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923038" y="1357905"/>
            <a:ext cx="2302529" cy="23624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94" tIns="395979" rIns="107994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  <a:sym typeface="+mn-ea"/>
              </a:rPr>
              <a:t>▸ 加入RAG技术，丰富对于岳麓山的知识库，且让知识专业化，减少幻觉</a:t>
            </a:r>
            <a:endParaRPr sz="180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  <a:sym typeface="+mn-ea"/>
            </a:endParaRPr>
          </a:p>
        </p:txBody>
      </p:sp>
      <p:sp>
        <p:nvSpPr>
          <p:cNvPr id="7" name="任意多边形 6"/>
          <p:cNvSpPr/>
          <p:nvPr>
            <p:custDataLst>
              <p:tags r:id="rId12"/>
            </p:custDataLst>
          </p:nvPr>
        </p:nvSpPr>
        <p:spPr>
          <a:xfrm>
            <a:off x="1239095" y="1220951"/>
            <a:ext cx="1670417" cy="567786"/>
          </a:xfrm>
          <a:custGeom>
            <a:avLst/>
            <a:gdLst>
              <a:gd name="connsiteX0" fmla="*/ 0 w 1699491"/>
              <a:gd name="connsiteY0" fmla="*/ 0 h 342537"/>
              <a:gd name="connsiteX1" fmla="*/ 1699491 w 1699491"/>
              <a:gd name="connsiteY1" fmla="*/ 0 h 342537"/>
              <a:gd name="connsiteX2" fmla="*/ 1699491 w 1699491"/>
              <a:gd name="connsiteY2" fmla="*/ 185519 h 342537"/>
              <a:gd name="connsiteX3" fmla="*/ 858982 w 1699491"/>
              <a:gd name="connsiteY3" fmla="*/ 342537 h 342537"/>
              <a:gd name="connsiteX4" fmla="*/ 0 w 1699491"/>
              <a:gd name="connsiteY4" fmla="*/ 185519 h 34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491" h="342537">
                <a:moveTo>
                  <a:pt x="0" y="0"/>
                </a:moveTo>
                <a:lnTo>
                  <a:pt x="1699491" y="0"/>
                </a:lnTo>
                <a:lnTo>
                  <a:pt x="1699491" y="185519"/>
                </a:lnTo>
                <a:lnTo>
                  <a:pt x="858982" y="342537"/>
                </a:lnTo>
                <a:lnTo>
                  <a:pt x="0" y="1855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 defTabSz="914400"/>
            <a:r>
              <a:rPr lang="en-US" altLang="zh-CN" sz="2800" b="1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1</a:t>
            </a:r>
            <a:endParaRPr lang="en-US" altLang="zh-CN" sz="2800" b="1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4944445" y="1357905"/>
            <a:ext cx="2302529" cy="2362443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94" tIns="395979" rIns="107994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接入地图 API，提供景点导航和实时位置服务</a:t>
            </a:r>
            <a:endParaRPr sz="180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5260502" y="1220951"/>
            <a:ext cx="1670417" cy="567786"/>
          </a:xfrm>
          <a:custGeom>
            <a:avLst/>
            <a:gdLst>
              <a:gd name="connsiteX0" fmla="*/ 0 w 1699491"/>
              <a:gd name="connsiteY0" fmla="*/ 0 h 342537"/>
              <a:gd name="connsiteX1" fmla="*/ 1699491 w 1699491"/>
              <a:gd name="connsiteY1" fmla="*/ 0 h 342537"/>
              <a:gd name="connsiteX2" fmla="*/ 1699491 w 1699491"/>
              <a:gd name="connsiteY2" fmla="*/ 185519 h 342537"/>
              <a:gd name="connsiteX3" fmla="*/ 858982 w 1699491"/>
              <a:gd name="connsiteY3" fmla="*/ 342537 h 342537"/>
              <a:gd name="connsiteX4" fmla="*/ 0 w 1699491"/>
              <a:gd name="connsiteY4" fmla="*/ 185519 h 34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491" h="342537">
                <a:moveTo>
                  <a:pt x="0" y="0"/>
                </a:moveTo>
                <a:lnTo>
                  <a:pt x="1699491" y="0"/>
                </a:lnTo>
                <a:lnTo>
                  <a:pt x="1699491" y="185519"/>
                </a:lnTo>
                <a:lnTo>
                  <a:pt x="858982" y="342537"/>
                </a:lnTo>
                <a:lnTo>
                  <a:pt x="0" y="1855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 defTabSz="914400"/>
            <a:r>
              <a:rPr lang="en-US" altLang="zh-CN" sz="2800" b="1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2</a:t>
            </a:r>
            <a:endParaRPr lang="en-US" altLang="zh-CN" sz="2800" b="1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15"/>
            </p:custDataLst>
          </p:nvPr>
        </p:nvSpPr>
        <p:spPr>
          <a:xfrm>
            <a:off x="8965851" y="1356242"/>
            <a:ext cx="2302529" cy="2362443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94" tIns="395979" rIns="107994" rtlCol="0" anchor="ctr">
            <a:normAutofit/>
          </a:bodyPr>
          <a:p>
            <a:pPr marL="0" lvl="0" indent="0" algn="l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1800">
                <a:solidFill>
                  <a:schemeClr val="dk1"/>
                </a:solidFill>
                <a:latin typeface="Cambria" panose="02040503050406030204" charset="0"/>
                <a:ea typeface="黑体" panose="02010609060101010101" charset="-122"/>
                <a:cs typeface="隶书" panose="02010509060101010101" pitchFamily="49" charset="-122"/>
              </a:rPr>
              <a:t>▸ 支持多语言（英文、日文等），服务国际游客</a:t>
            </a:r>
            <a:endParaRPr sz="1800">
              <a:solidFill>
                <a:schemeClr val="dk1"/>
              </a:solidFill>
              <a:latin typeface="Cambria" panose="02040503050406030204" charset="0"/>
              <a:ea typeface="黑体" panose="02010609060101010101" charset="-122"/>
              <a:cs typeface="隶书" panose="02010509060101010101" pitchFamily="49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6"/>
            </p:custDataLst>
          </p:nvPr>
        </p:nvSpPr>
        <p:spPr>
          <a:xfrm>
            <a:off x="9281908" y="1219288"/>
            <a:ext cx="1670417" cy="567786"/>
          </a:xfrm>
          <a:custGeom>
            <a:avLst/>
            <a:gdLst>
              <a:gd name="connsiteX0" fmla="*/ 0 w 1699491"/>
              <a:gd name="connsiteY0" fmla="*/ 0 h 342537"/>
              <a:gd name="connsiteX1" fmla="*/ 1699491 w 1699491"/>
              <a:gd name="connsiteY1" fmla="*/ 0 h 342537"/>
              <a:gd name="connsiteX2" fmla="*/ 1699491 w 1699491"/>
              <a:gd name="connsiteY2" fmla="*/ 185519 h 342537"/>
              <a:gd name="connsiteX3" fmla="*/ 858982 w 1699491"/>
              <a:gd name="connsiteY3" fmla="*/ 342537 h 342537"/>
              <a:gd name="connsiteX4" fmla="*/ 0 w 1699491"/>
              <a:gd name="connsiteY4" fmla="*/ 185519 h 342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9491" h="342537">
                <a:moveTo>
                  <a:pt x="0" y="0"/>
                </a:moveTo>
                <a:lnTo>
                  <a:pt x="1699491" y="0"/>
                </a:lnTo>
                <a:lnTo>
                  <a:pt x="1699491" y="185519"/>
                </a:lnTo>
                <a:lnTo>
                  <a:pt x="858982" y="342537"/>
                </a:lnTo>
                <a:lnTo>
                  <a:pt x="0" y="18551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 defTabSz="914400"/>
            <a:r>
              <a:rPr lang="en-US" altLang="zh-CN" sz="2800" b="1" dirty="0">
                <a:solidFill>
                  <a:schemeClr val="lt1"/>
                </a:solidFill>
                <a:latin typeface="隶书" panose="02010509060101010101" pitchFamily="49" charset="-122"/>
                <a:ea typeface="隶书" panose="02010509060101010101" pitchFamily="49" charset="-122"/>
                <a:sym typeface="Arial" panose="020B0604020202020204" pitchFamily="34" charset="0"/>
              </a:rPr>
              <a:t>3</a:t>
            </a:r>
            <a:endParaRPr lang="en-US" altLang="zh-CN" sz="2800" b="1" dirty="0">
              <a:solidFill>
                <a:schemeClr val="lt1"/>
              </a:solidFill>
              <a:latin typeface="隶书" panose="02010509060101010101" pitchFamily="49" charset="-122"/>
              <a:ea typeface="隶书" panose="02010509060101010101" pitchFamily="49" charset="-122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17"/>
            </p:custDataLst>
          </p:nvPr>
        </p:nvCxnSpPr>
        <p:spPr>
          <a:xfrm>
            <a:off x="457180" y="914407"/>
            <a:ext cx="11277102" cy="126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6"/>
          <p:cNvSpPr txBox="1"/>
          <p:nvPr>
            <p:custDataLst>
              <p:tags r:id="rId18"/>
            </p:custDataLst>
          </p:nvPr>
        </p:nvSpPr>
        <p:spPr>
          <a:xfrm>
            <a:off x="1126470" y="152417"/>
            <a:ext cx="11277102" cy="609573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rPr>
              <a:t>未来规划</a:t>
            </a:r>
            <a:endParaRPr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93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TextBox 6"/>
          <p:cNvSpPr txBox="1"/>
          <p:nvPr/>
        </p:nvSpPr>
        <p:spPr>
          <a:xfrm>
            <a:off x="3030855" y="340995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defTabSz="457200">
              <a:defRPr sz="2000" b="0">
                <a:solidFill>
                  <a:srgbClr val="FFFFFF"/>
                </a:solidFill>
              </a:defRPr>
            </a:pPr>
            <a:r>
              <a:rPr sz="2800">
                <a:solidFill>
                  <a:schemeClr val="tx1"/>
                </a:solidFill>
                <a:latin typeface="+mj-ea"/>
                <a:ea typeface="+mj-ea"/>
              </a:rPr>
              <a:t>探索千年学府，感受岳麓风光</a:t>
            </a:r>
            <a:endParaRPr sz="28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790333" y="2852936"/>
            <a:ext cx="997196" cy="3438801"/>
          </a:xfrm>
          <a:prstGeom prst="rect">
            <a:avLst/>
          </a:prstGeom>
        </p:spPr>
        <p:txBody>
          <a:bodyPr vert="eaVert" lIns="100800" tIns="39600" rIns="75600" bIns="39600" rtlCol="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pitchFamily="18" charset="-122"/>
                <a:cs typeface="+mj-cs"/>
              </a:defRPr>
            </a:lvl1pPr>
          </a:lstStyle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6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rPr>
              <a:t>感谢聆听</a:t>
            </a:r>
            <a:endParaRPr sz="360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2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4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5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8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K_DARK_LIGHT" val="2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1.0"/>
  <p:tag name="KSO_WM_BEAUTIFY_FLAG" val="#wm#"/>
  <p:tag name="KSO_WM_UNIT_TYPE" val="i"/>
  <p:tag name="KSO_WM_UNIT_INDEX" val="3"/>
  <p:tag name="KSO_WM_SLIDE_BK_DARK_LIGHT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K_DARK_LIGHT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1.0"/>
  <p:tag name="KSO_WM_BEAUTIFY_FLAG" val="#wm#"/>
  <p:tag name="KSO_WM_UNIT_TYPE" val="i"/>
  <p:tag name="KSO_WM_UNIT_INDEX" val="3"/>
  <p:tag name="KSO_WM_SLIDE_BK_DARK_LIGHT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UNIT_BK_DARK_LIGHT" val="2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0816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0816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651_1"/>
  <p:tag name="KSO_WM_TEMPLATE_CATEGORY" val="custom"/>
  <p:tag name="KSO_WM_TEMPLATE_INDEX" val="20180816"/>
  <p:tag name="KSO_WM_TEMPLATE_SUBCATEGORY" val="0"/>
  <p:tag name="KSO_WM_TEMPLATE_THUMBS_INDEX" val="1、4、5、6、11、12、18、21、27、28"/>
  <p:tag name="KSO_WM_TEMPLATE_MASTER_TYPE" val="1"/>
  <p:tag name="KSO_WM_TEMPLATE_COLOR_TYPE" val="1"/>
  <p:tag name="KSO_WM_TEMPLATE_MASTER_THUMB_INDEX" val="12"/>
  <p:tag name="KSO_WM_UNIT_SHOW_EDIT_AREA_INDICATION" val="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2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4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5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8*i*16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1.0"/>
  <p:tag name="KSO_WM_BEAUTIFY_FLAG" val="#wm#"/>
  <p:tag name="KSO_WM_UNIT_TYPE" val="i"/>
  <p:tag name="KSO_WM_UNIT_INDEX" val="3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1.0"/>
  <p:tag name="KSO_WM_BEAUTIFY_FLAG" val="#wm#"/>
  <p:tag name="KSO_WM_UNIT_TYPE" val="i"/>
  <p:tag name="KSO_WM_UNIT_INDEX" val="3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BEAUTIFY_FLAG" val="#wm#"/>
  <p:tag name="KSO_WM_UNIT_TYPE" val="i"/>
  <p:tag name="KSO_WM_UNIT_INDEX" val="1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  <p:tag name="KSO_WM_SLIDE_BK_DARK_LIGHT" val="2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  <p:tag name="KSO_WM_SLIDE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UNIT_BK_DARK_LIGHT" val="2"/>
  <p:tag name="KSO_WM_SLIDE_BK_DARK_LIGHT" val="2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0816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0816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651_1"/>
  <p:tag name="KSO_WM_TEMPLATE_CATEGORY" val="custom"/>
  <p:tag name="KSO_WM_TEMPLATE_INDEX" val="20180816"/>
  <p:tag name="KSO_WM_TEMPLATE_SUBCATEGORY" val="0"/>
  <p:tag name="KSO_WM_TEMPLATE_THUMBS_INDEX" val="1、4、5、6、11、12、18、21、27、28"/>
  <p:tag name="KSO_WM_TEMPLATE_MASTER_TYPE" val="1"/>
  <p:tag name="KSO_WM_TEMPLATE_COLOR_TYPE" val="1"/>
  <p:tag name="KSO_WM_TEMPLATE_MASTER_THUMB_INDEX" val="12"/>
  <p:tag name="KSO_WM_UNIT_SHOW_EDIT_AREA_INDICATION" val="0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28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8985_3*l_h_i*1_1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68"/>
  <p:tag name="KSO_WM_UNIT_USESOURCEFORMAT_APPLY" val="0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18985_3*l_h_i*1_1_3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12"/>
  <p:tag name="KSO_WM_UNIT_USESOURCEFORMAT_APPLY" val="0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18985_3*l_h_i*1_1_4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0"/>
  <p:tag name="KSO_WM_UNIT_USESOURCEFORMAT_APPLY" val="0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18985_3*l_h_i*1_1_2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0"/>
</p:tagLst>
</file>

<file path=ppt/tags/tag289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8985_3*l_h_f*1_1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UNIT_VALUE" val="45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8985_3*l_h_i*1_2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68"/>
  <p:tag name="KSO_WM_UNIT_USESOURCEFORMAT_APPLY" val="0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18985_3*l_h_i*1_2_3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12"/>
  <p:tag name="KSO_WM_UNIT_USESOURCEFORMAT_APPLY" val="0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18985_3*l_h_i*1_2_4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0"/>
  <p:tag name="KSO_WM_UNIT_USESOURCEFORMAT_APPLY" val="0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diagram20218985_3*l_h_i*1_2_2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0"/>
</p:tagLst>
</file>

<file path=ppt/tags/tag294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8985_3*l_h_f*1_2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UNIT_VALUE" val="45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8985_3*l_h_i*1_3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68"/>
  <p:tag name="KSO_WM_UNIT_USESOURCEFORMAT_APPLY" val="0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18985_3*l_h_i*1_3_3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12"/>
  <p:tag name="KSO_WM_UNIT_USESOURCEFORMAT_APPLY" val="0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18985_3*l_h_i*1_3_4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0"/>
  <p:tag name="KSO_WM_UNIT_USESOURCEFORMAT_APPLY" val="0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diagram20218985_3*l_h_i*1_3_2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0"/>
</p:tagLst>
</file>

<file path=ppt/tags/tag299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8985_3*l_h_f*1_3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UNIT_VALUE" val="45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18985_3*l_h_i*1_4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68"/>
  <p:tag name="KSO_WM_UNIT_USESOURCEFORMAT_APPLY" val="0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18985_3*l_h_i*1_4_3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12"/>
  <p:tag name="KSO_WM_UNIT_USESOURCEFORMAT_APPLY" val="0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18985_3*l_h_i*1_4_4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UNIT_VALUE" val="0"/>
  <p:tag name="KSO_WM_UNIT_USESOURCEFORMAT_APPLY" val="0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ID" val="diagram20218985_3*l_h_i*1_4_2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"/>
  <p:tag name="KSO_WM_UNIT_TEXT_FILL_FORE_SCHEMECOLOR_INDEX" val="14"/>
  <p:tag name="KSO_WM_UNIT_TEXT_FILL_TYPE" val="1"/>
  <p:tag name="KSO_WM_UNIT_VALUE" val="1"/>
  <p:tag name="KSO_WM_UNIT_USESOURCEFORMAT_APPLY" val="0"/>
</p:tagLst>
</file>

<file path=ppt/tags/tag304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8985_3*l_h_f*1_4_1"/>
  <p:tag name="KSO_WM_TEMPLATE_CATEGORY" val="diagram"/>
  <p:tag name="KSO_WM_TEMPLATE_INDEX" val="20218985"/>
  <p:tag name="KSO_WM_UNIT_LAYERLEVEL" val="1_1_1"/>
  <p:tag name="KSO_WM_TAG_VERSION" val="1.0"/>
  <p:tag name="KSO_WM_BEAUTIFY_FLAG" val="#wm#"/>
  <p:tag name="KSO_WM_UNIT_VALUE" val="45"/>
  <p:tag name="KSO_WM_CHIP_GROUPID" val="60a793352952b09bdbdcea72"/>
  <p:tag name="KSO_WM_CHIP_XID" val="60a793352952b09bdbdcea73"/>
  <p:tag name="KSO_WM_ASSEMBLE_CHIP_INDEX" val="3845d6f56b4f45038df3bc14a0bcb15a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8_3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3"/>
  <p:tag name="KSO_WM_UNIT_DEC_AREA_ID" val="8a3794c4b6e349188cfeedf5b6c3c579"/>
  <p:tag name="KSO_WM_UNIT_DECORATE_INFO" val="{&quot;ReferentInfo&quot;:{&quot;Id&quot;:&quot;d1a394a27fb4426d839dac8d39cf9a61&quot;,&quot;X&quot;:{&quot;Pos&quot;:1},&quot;Y&quot;:{&quot;Pos&quot;:0}},&quot;DecorateInfoX&quot;:{&quot;Pos&quot;:1,&quot;IsAbs&quot;:true},&quot;DecorateInfoY&quot;:{&quot;Pos&quot;:1,&quot;IsAbs&quot;:true},&quot;DecorateInfoW&quot;:{&quot;IsAbs&quot;:fals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06.xml><?xml version="1.0" encoding="utf-8"?>
<p:tagLst xmlns:p="http://schemas.openxmlformats.org/presentationml/2006/main">
  <p:tag name="KSO_WM_SLIDE_ID" val="diagram20220058_3"/>
  <p:tag name="KSO_WM_TEMPLATE_SUBCATEGORY" val="25"/>
  <p:tag name="KSO_WM_TEMPLATE_MASTER_TYPE" val="0"/>
  <p:tag name="KSO_WM_TEMPLATE_COLOR_TYPE" val="0"/>
  <p:tag name="KSO_WM_SLIDE_ITEM_CNT" val="0"/>
  <p:tag name="KSO_WM_SLIDE_INDEX" val="3"/>
  <p:tag name="KSO_WM_TAG_VERSION" val="1.0"/>
  <p:tag name="KSO_WM_BEAUTIFY_FLAG" val="#wm#"/>
  <p:tag name="KSO_WM_TEMPLATE_CATEGORY" val="diagram"/>
  <p:tag name="KSO_WM_TEMPLATE_INDEX" val="20220058"/>
  <p:tag name="KSO_WM_SLIDE_TYPE" val="text"/>
  <p:tag name="KSO_WM_SLIDE_SUBTYPE" val="picTxt"/>
  <p:tag name="KSO_WM_SLIDE_LAYOUTTYPE" val="topbottom"/>
  <p:tag name="KSO_WM_SLIDE_SIZE" val="888*492"/>
  <p:tag name="KSO_WM_SLIDE_POSITION" val="36*24"/>
  <p:tag name="KSO_WM_SLIDE_LAYOUT" val="d"/>
  <p:tag name="KSO_WM_SLIDE_LAYOUT_CNT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2&quot;,&quot;margin&quot;:{&quot;bottom&quot;:0.847000002861023,&quot;left&quot;:1.2699999809265137,&quot;right&quot;:1.2699999809265137,&quot;top&quot;:1.6929999589920044}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30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309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1_1"/>
  <p:tag name="KSO_WM_UNIT_ID" val="diagram20205928_3*o_h_f*1_1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1_1"/>
  <p:tag name="KSO_WM_UNIT_ID" val="diagram20205928_3*o_h_i*1_1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USESOURCEFORMAT_APPLY" val="0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2_1"/>
  <p:tag name="KSO_WM_UNIT_ID" val="diagram20205928_3*o_h_i*1_2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3_1"/>
  <p:tag name="KSO_WM_UNIT_ID" val="diagram20205928_3*o_h_i*1_3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4_1"/>
  <p:tag name="KSO_WM_UNIT_ID" val="diagram20205928_3*o_h_i*1_4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i"/>
  <p:tag name="KSO_WM_UNIT_INDEX" val="1_1_2"/>
  <p:tag name="KSO_WM_UNIT_ID" val="diagram20205928_3*o_h_i*1_1_2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1_3"/>
  <p:tag name="KSO_WM_UNIT_ID" val="diagram20205928_3*o_h_i*1_1_3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2_3"/>
  <p:tag name="KSO_WM_UNIT_ID" val="diagram20205928_3*o_h_i*1_2_3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3_3"/>
  <p:tag name="KSO_WM_UNIT_ID" val="diagram20205928_3*o_h_i*1_3_3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4_3"/>
  <p:tag name="KSO_WM_UNIT_ID" val="diagram20205928_3*o_h_i*1_4_3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0"/>
</p:tagLst>
</file>

<file path=ppt/tags/tag319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2_1"/>
  <p:tag name="KSO_WM_UNIT_ID" val="diagram20205928_3*o_h_f*1_2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3_1"/>
  <p:tag name="KSO_WM_UNIT_ID" val="diagram20205928_3*o_h_f*1_3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SUBTYPE" val="a"/>
  <p:tag name="KSO_WM_UNIT_PRESET_TEXT" val="单击此处输入您的正文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4_1"/>
  <p:tag name="KSO_WM_UNIT_ID" val="diagram20205928_3*o_h_f*1_4_1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2_2"/>
  <p:tag name="KSO_WM_UNIT_ID" val="diagram20205928_3*o_h_i*1_2_2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USESOURCEFORMAT_APPLY" val="0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3_2"/>
  <p:tag name="KSO_WM_UNIT_ID" val="diagram20205928_3*o_h_i*1_3_2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7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SUBTYPE" val="d"/>
  <p:tag name="KSO_WM_UNIT_TYPE" val="o_h_i"/>
  <p:tag name="KSO_WM_UNIT_INDEX" val="1_4_2"/>
  <p:tag name="KSO_WM_UNIT_ID" val="diagram20205928_3*o_h_i*1_4_2"/>
  <p:tag name="KSO_WM_TEMPLATE_CATEGORY" val="diagram"/>
  <p:tag name="KSO_WM_TEMPLATE_INDEX" val="20205928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8"/>
  <p:tag name="KSO_WM_UNIT_TEXT_FILL_TYPE" val="1"/>
  <p:tag name="KSO_WM_UNIT_USESOURCEFORMAT_APPLY" val="0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2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27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3&quot;,&quot;maxSize&quot;:{&quot;size1&quot;:20},&quot;minSize&quot;:{&quot;size1&quot;:11.2},&quot;normalSize&quot;:{&quot;size1&quot;:11.2},&quot;subLayout&quot;:[{&quot;id&quot;:&quot;2026-05-20T10:44:23&quot;,&quot;margin&quot;:{&quot;bottom&quot;:0.025999996811151505,&quot;left&quot;:1.2699999809265137,&quot;right&quot;:1.2699999809265137,&quot;top&quot;:0.4230000674724579},&quot;type&quot;:0},{&quot;id&quot;:&quot;2026-05-20T10:44:2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3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1_2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1_2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1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SUBTYPE" val="d"/>
  <p:tag name="KSO_WM_UNIT_TYPE" val="l_h_i"/>
  <p:tag name="KSO_WM_UNIT_INDEX" val="1_1_1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2_2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2_2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2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SUBTYPE" val="d"/>
  <p:tag name="KSO_WM_UNIT_TYPE" val="l_h_i"/>
  <p:tag name="KSO_WM_UNIT_INDEX" val="1_2_1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3_2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3_2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3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SUBTYPE" val="d"/>
  <p:tag name="KSO_WM_UNIT_TYPE" val="l_h_i"/>
  <p:tag name="KSO_WM_UNIT_INDEX" val="1_3_1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4_2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4_2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4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SUBTYPE" val="d"/>
  <p:tag name="KSO_WM_UNIT_TYPE" val="l_h_i"/>
  <p:tag name="KSO_WM_UNIT_INDEX" val="1_4_1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5_3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5_3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5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SUBTYPE" val="d"/>
  <p:tag name="KSO_WM_UNIT_TYPE" val="l_h_i"/>
  <p:tag name="KSO_WM_UNIT_INDEX" val="1_5_1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1_3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1_3"/>
  <p:tag name="KSO_WM_DIAGRAM_GROUP_CODE" val="l1-1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4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15684_4*l_h_f*1_1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PRESET_TEXT" val="此处添加正文，文字是您思想的提炼,请言简意赅的阐述您的观点。"/>
  <p:tag name="KSO_WM_DIAGRAM_GROUP_CODE" val="l1-1"/>
  <p:tag name="KSO_WM_UNIT_VALUE" val="40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2_3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2_3"/>
  <p:tag name="KSO_WM_DIAGRAM_GROUP_CODE" val="l1-1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4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5684_4*l_h_f*1_2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PRESET_TEXT" val="此处添加正文，文字是您思想的提炼,请言简意赅的阐述您的观点。"/>
  <p:tag name="KSO_WM_DIAGRAM_GROUP_CODE" val="l1-1"/>
  <p:tag name="KSO_WM_UNIT_VALUE" val="40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3_3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3_3"/>
  <p:tag name="KSO_WM_DIAGRAM_GROUP_CODE" val="l1-1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4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5684_4*l_h_f*1_3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PRESET_TEXT" val="此处添加正文，文字是您思想的提炼,请言简意赅的阐述您的观点。"/>
  <p:tag name="KSO_WM_DIAGRAM_GROUP_CODE" val="l1-1"/>
  <p:tag name="KSO_WM_UNIT_VALUE" val="40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4_3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4_3"/>
  <p:tag name="KSO_WM_DIAGRAM_GROUP_CODE" val="l1-1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4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5684_4*l_h_f*1_4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PRESET_TEXT" val="此处添加正文，文字是您思想的提炼,请言简意赅的阐述您的观点。"/>
  <p:tag name="KSO_WM_DIAGRAM_GROUP_CODE" val="l1-1"/>
  <p:tag name="KSO_WM_UNIT_VALUE" val="40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684_4*l_h_i*1_5_2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TYPE" val="l_h_i"/>
  <p:tag name="KSO_WM_UNIT_INDEX" val="1_5_2"/>
  <p:tag name="KSO_WM_DIAGRAM_GROUP_CODE" val="l1-1"/>
  <p:tag name="KSO_WM_UNIT_FILL_FORE_SCHEMECOLOR_INDEX_BRIGHTNESS" val="-0.0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34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5684_4*l_h_f*1_5_1"/>
  <p:tag name="KSO_WM_TEMPLATE_CATEGORY" val="diagram"/>
  <p:tag name="KSO_WM_TEMPLATE_INDEX" val="20215684"/>
  <p:tag name="KSO_WM_UNIT_LAYERLEVEL" val="1_1_1"/>
  <p:tag name="KSO_WM_TAG_VERSION" val="1.0"/>
  <p:tag name="KSO_WM_BEAUTIFY_FLAG" val="#wm#"/>
  <p:tag name="KSO_WM_UNIT_PRESET_TEXT" val="此处添加正文，文字是您思想的提炼,请言简意赅的阐述您的观点。"/>
  <p:tag name="KSO_WM_DIAGRAM_GROUP_CODE" val="l1-1"/>
  <p:tag name="KSO_WM_UNIT_VALUE" val="40"/>
  <p:tag name="KSO_WM_UNIT_TEXT_FILL_FORE_SCHEMECOLOR_INDEX_BRIGHTNESS" val="0.25"/>
  <p:tag name="KSO_WM_UNIT_TEXT_FILL_FORE_SCHEMECOLOR_INDEX" val="13"/>
  <p:tag name="KSO_WM_UNIT_TEXT_FILL_TYPE" val="1"/>
  <p:tag name="KSO_WM_UNIT_USESOURCEFORMAT_APPLY" val="0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51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52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3&quot;,&quot;maxSize&quot;:{&quot;size1&quot;:20},&quot;minSize&quot;:{&quot;size1&quot;:11.2},&quot;normalSize&quot;:{&quot;size1&quot;:11.2},&quot;subLayout&quot;:[{&quot;id&quot;:&quot;2026-05-20T10:44:23&quot;,&quot;margin&quot;:{&quot;bottom&quot;:0.025999996811151505,&quot;left&quot;:1.2699999809265137,&quot;right&quot;:1.2699999809265137,&quot;top&quot;:0.4230000674724579},&quot;type&quot;:0},{&quot;id&quot;:&quot;2026-05-20T10:44:2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35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56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57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2&quot;,&quot;maxSize&quot;:{&quot;size1&quot;:20},&quot;minSize&quot;:{&quot;size1&quot;:11.2},&quot;normalSize&quot;:{&quot;size1&quot;:11.2},&quot;subLayout&quot;:[{&quot;id&quot;:&quot;2026-05-20T10:44:22&quot;,&quot;margin&quot;:{&quot;bottom&quot;:0.025999996811151505,&quot;left&quot;:1.2699999809265137,&quot;right&quot;:1.2699999809265137,&quot;top&quot;:0.4230000674724579},&quot;type&quot;:0},{&quot;id&quot;:&quot;2026-05-20T10:44:22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35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6932_5*l_i*1_1"/>
  <p:tag name="KSO_WM_TEMPLATE_CATEGORY" val="diagram"/>
  <p:tag name="KSO_WM_TEMPLATE_INDEX" val="20206932"/>
  <p:tag name="KSO_WM_UNIT_LAYERLEVEL" val="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36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06932_5*l_h_f*1_1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6932_5*l_h_i*1_1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6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6932_5*l_h_f*1_2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6932_5*l_h_i*1_2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6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06932_5*l_h_f*1_3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06932_5*l_h_i*1_3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6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06932_5*l_h_f*1_4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06932_5*l_h_i*1_4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6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06932_5*l_h_f*1_5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06932_5*l_h_i*1_5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7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06932_5*l_h_f*1_6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。"/>
  <p:tag name="KSO_WM_UNIT_TEXT_FILL_FORE_SCHEMECOLOR_INDEX_BRIGHTNESS" val="0.15"/>
  <p:tag name="KSO_WM_UNIT_TEXT_FILL_FORE_SCHEMECOLOR_INDEX" val="13"/>
  <p:tag name="KSO_WM_UNIT_TEXT_FILL_TYPE" val="1"/>
  <p:tag name="KSO_WM_UNIT_USESOURCEFORMAT_APPLY" val="0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06932_5*l_h_i*1_6_1"/>
  <p:tag name="KSO_WM_TEMPLATE_CATEGORY" val="diagram"/>
  <p:tag name="KSO_WM_TEMPLATE_INDEX" val="20206932"/>
  <p:tag name="KSO_WM_UNIT_LAYERLEVEL" val="1_1_1"/>
  <p:tag name="KSO_WM_TAG_VERSION" val="1.0"/>
  <p:tag name="KSO_WM_BEAUTIFY_FLAG" val="#wm#"/>
  <p:tag name="KSO_WM_UNIT_USESOURCEFORMAT_APPLY" val="0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374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375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4&quot;,&quot;maxSize&quot;:{&quot;size1&quot;:20},&quot;minSize&quot;:{&quot;size1&quot;:11.2},&quot;normalSize&quot;:{&quot;size1&quot;:11.2},&quot;subLayout&quot;:[{&quot;id&quot;:&quot;2026-05-20T10:44:24&quot;,&quot;margin&quot;:{&quot;bottom&quot;:0.025999996811151505,&quot;left&quot;:1.2699999809265137,&quot;right&quot;:1.2699999809265137,&quot;top&quot;:0.4230000674724579},&quot;type&quot;:0},{&quot;id&quot;:&quot;2026-05-20T10:44:24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3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5151_5*a*1"/>
  <p:tag name="KSO_WM_TEMPLATE_CATEGORY" val="diagram"/>
  <p:tag name="KSO_WM_TEMPLATE_INDEX" val="20235151"/>
  <p:tag name="KSO_WM_UNIT_LAYERLEVEL" val="1"/>
  <p:tag name="KSO_WM_TAG_VERSION" val="3.0"/>
  <p:tag name="KSO_WM_BEAUTIFY_FLAG" val="#wm#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377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5*l_h_f*1_1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5*l_h_i*1_1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79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5*l_h_f*1_3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5*l_h_i*1_3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81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5151_5*l_h_f*1_5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9"/>
  <p:tag name="KSO_WM_UNIT_USESOURCEFORMAT_APPLY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5151_5*l_h_i*1_5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83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5*l_h_f*1_2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5*l_h_i*1_2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85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51_5*l_h_f*1_4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5151_5*l_h_i*1_4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87.xml><?xml version="1.0" encoding="utf-8"?>
<p:tagLst xmlns:p="http://schemas.openxmlformats.org/presentationml/2006/main">
  <p:tag name="KSO_WM_DIAGRAM_VIRTUALLY_FRAME" val="{&quot;height&quot;:371.74047551546755,&quot;left&quot;:54.7429166666667,&quot;top&quot;:113.69892890893288,&quot;width&quot;:850.0391305774277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5151_5*l_h_f*1_6_1"/>
  <p:tag name="KSO_WM_TEMPLATE_CATEGORY" val="diagram"/>
  <p:tag name="KSO_WM_TEMPLATE_INDEX" val="20235151"/>
  <p:tag name="KSO_WM_UNIT_LAYERLEVEL" val="1_1_1"/>
  <p:tag name="KSO_WM_TAG_VERSION" val="3.0"/>
  <p:tag name="KSO_WM_UNIT_TEXT_TYPE" val="1"/>
  <p:tag name="KSO_WM_DIAGRAM_MAX_ITEMCNT" val="12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根据需要可酌情增减文字，以便观者理解思想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10"/>
  <p:tag name="KSO_WM_UNIT_USESOURCEFORMAT_APPLY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5151_5*l_h_i*1_6_1"/>
  <p:tag name="KSO_WM_TEMPLATE_CATEGORY" val="diagram"/>
  <p:tag name="KSO_WM_TEMPLATE_INDEX" val="20235151"/>
  <p:tag name="KSO_WM_UNIT_LAYERLEVEL" val="1_1_1"/>
  <p:tag name="KSO_WM_TAG_VERSION" val="3.0"/>
  <p:tag name="KSO_WM_DIAGRAM_MAX_ITEMCNT" val="12"/>
  <p:tag name="KSO_WM_DIAGRAM_MIN_ITEMCNT" val="2"/>
  <p:tag name="KSO_WM_DIAGRAM_VIRTUALLY_FRAME" val="{&quot;height&quot;:371.74047551546755,&quot;left&quot;:54.7429166666667,&quot;top&quot;:113.69892890893288,&quot;width&quot;:850.0391305774277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USESOURCEFORMAT_APPLY" val="1"/>
</p:tagLst>
</file>

<file path=ppt/tags/tag389.xml><?xml version="1.0" encoding="utf-8"?>
<p:tagLst xmlns:p="http://schemas.openxmlformats.org/presentationml/2006/main">
  <p:tag name="KSO_WM_SLIDE_ID" val="diagram2023515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5151"/>
  <p:tag name="KSO_WM_SLIDE_TYPE" val="text"/>
  <p:tag name="KSO_WM_SLIDE_SUBTYPE" val="diag"/>
  <p:tag name="KSO_WM_SLIDE_SIZE" val="850.4*369.9"/>
  <p:tag name="KSO_WM_SLIDE_POSITION" val="54.8*114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39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10790_5*l_i*1_1"/>
  <p:tag name="KSO_WM_TEMPLATE_CATEGORY" val="diagram"/>
  <p:tag name="KSO_WM_TEMPLATE_INDEX" val="20210790"/>
  <p:tag name="KSO_WM_UNIT_LAYERLEVEL" val="1_1"/>
  <p:tag name="KSO_WM_TAG_VERSION" val="1.0"/>
  <p:tag name="KSO_WM_BEAUTIFY_FLAG" val="#wm#"/>
  <p:tag name="KSO_WM_UNIT_FILL_FORE_SCHEMECOLOR_INDEX_BRIGHTNESS" val="0.8"/>
  <p:tag name="KSO_WM_UNIT_FILL_FORE_SCHEMECOLOR_INDEX" val="5"/>
  <p:tag name="KSO_WM_UNI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10790_5*l_i*1_2"/>
  <p:tag name="KSO_WM_TEMPLATE_CATEGORY" val="diagram"/>
  <p:tag name="KSO_WM_TEMPLATE_INDEX" val="20210790"/>
  <p:tag name="KSO_WM_UNIT_LAYERLEVEL" val="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0790_5*l_h_i*1_1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5.xml><?xml version="1.0" encoding="utf-8"?>
<p:tagLst xmlns:p="http://schemas.openxmlformats.org/presentationml/2006/main"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0790_5*l_h_f*1_1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。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0790_5*l_h_i*1_2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7.xml><?xml version="1.0" encoding="utf-8"?>
<p:tagLst xmlns:p="http://schemas.openxmlformats.org/presentationml/2006/main"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0790_5*l_h_f*1_2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。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0790_5*l_h_i*1_3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399.xml><?xml version="1.0" encoding="utf-8"?>
<p:tagLst xmlns:p="http://schemas.openxmlformats.org/presentationml/2006/main"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0790_5*l_h_f*1_3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。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10790_5*l_h_i*1_4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401.xml><?xml version="1.0" encoding="utf-8"?>
<p:tagLst xmlns:p="http://schemas.openxmlformats.org/presentationml/2006/main"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0790_5*l_h_f*1_4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。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10790_5*l_h_i*1_5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403.xml><?xml version="1.0" encoding="utf-8"?>
<p:tagLst xmlns:p="http://schemas.openxmlformats.org/presentationml/2006/main"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10790_5*l_h_f*1_5_1"/>
  <p:tag name="KSO_WM_TEMPLATE_CATEGORY" val="diagram"/>
  <p:tag name="KSO_WM_TEMPLATE_INDEX" val="20210790"/>
  <p:tag name="KSO_WM_UNIT_LAYERLEVEL" val="1_1_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。"/>
  <p:tag name="KSO_WM_UNIT_TEXT_FILL_FORE_SCHEMECOLOR_INDEX_BRIGHTNESS" val="0"/>
  <p:tag name="KSO_WM_UNIT_TEXT_FILL_FORE_SCHEMECOLOR_INDEX" val="13"/>
  <p:tag name="KSO_WM_UNIT_TEXT_FILL_TYPE" val="1"/>
  <p:tag name="KSO_WM_UNIT_USESOURCEFORMAT_APPLY" val="0"/>
  <p:tag name="KSO_WM_DIAGRAM_VIRTUALLY_FRAME" val="{&quot;height&quot;:420.06992125984254,&quot;left&quot;:122.67377952755908,&quot;top&quot;:95.99133858267717,&quot;width&quot;:714.5527559055117}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405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406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3&quot;,&quot;maxSize&quot;:{&quot;size1&quot;:20},&quot;minSize&quot;:{&quot;size1&quot;:11.2},&quot;normalSize&quot;:{&quot;size1&quot;:11.2},&quot;subLayout&quot;:[{&quot;id&quot;:&quot;2026-05-20T10:44:23&quot;,&quot;margin&quot;:{&quot;bottom&quot;:0.025999996811151505,&quot;left&quot;:1.2699999809265137,&quot;right&quot;:1.2699999809265137,&quot;top&quot;:0.4230000674724579},&quot;type&quot;:0},{&quot;id&quot;:&quot;2026-05-20T10:44:2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TEXT_FILL_FORE_SCHEMECOLOR_INDEX_BRIGHTNESS" val="0"/>
  <p:tag name="KSO_WM_UNIT_TEXT_FILL_FORE_SCHEMECOLOR_INDEX" val="2"/>
  <p:tag name="KSO_WM_UNIT_TEXT_FILL_TYPE" val="1"/>
</p:tagLst>
</file>

<file path=ppt/tags/tag40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NDEX" val="16"/>
  <p:tag name="KSO_WM_UNIT_ID" val="_12*i*16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SLIDE_BK_DARK_LIGHT" val="2"/>
</p:tagLst>
</file>

<file path=ppt/tags/tag409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10784_5*l_h_f*1_4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PRESET_TEXT" val="单击此处输入你的正文，为了最终演示发布的良好效果，请尽量言简意赅的阐述观点。"/>
  <p:tag name="KSO_WM_UNIT_LINE_FORE_SCHEMECOLOR_INDEX_BRIGHTNESS" val="0"/>
  <p:tag name="KSO_WM_UNIT_LINE_FORE_SCHEMECOLOR_INDEX" val="8"/>
  <p:tag name="KSO_WM_UNIT_LINE_FILL_TYPE" val="2"/>
  <p:tag name="KSO_WM_UNIT_TEXT_FILL_FORE_SCHEMECOLOR_INDEX_BRIGHTNESS" val="-0.5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10784_5*l_h_i*1_4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1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10784_5*l_h_f*1_5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PRESET_TEXT" val="单击此处输入你的正文，为了最终演示发布的良好效果，请尽量言简意赅的阐述观点。"/>
  <p:tag name="KSO_WM_UNIT_LINE_FORE_SCHEMECOLOR_INDEX_BRIGHTNESS" val="0"/>
  <p:tag name="KSO_WM_UNIT_LINE_FORE_SCHEMECOLOR_INDEX" val="5"/>
  <p:tag name="KSO_WM_UNIT_LINE_FILL_TYPE" val="2"/>
  <p:tag name="KSO_WM_UNIT_TEXT_FILL_FORE_SCHEMECOLOR_INDEX_BRIGHTNESS" val="-0.5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10784_5*l_h_i*1_5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3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10784_5*l_h_f*1_1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PRESET_TEXT" val="单击此处输入你的正文，为了最终演示发布的良好效果，请尽量言简意赅的阐述观点。"/>
  <p:tag name="KSO_WM_UNIT_LINE_FORE_SCHEMECOLOR_INDEX_BRIGHTNESS" val="0"/>
  <p:tag name="KSO_WM_UNIT_LINE_FORE_SCHEMECOLOR_INDEX" val="5"/>
  <p:tag name="KSO_WM_UNIT_LINE_FILL_TYPE" val="2"/>
  <p:tag name="KSO_WM_UNIT_TEXT_FILL_FORE_SCHEMECOLOR_INDEX_BRIGHTNESS" val="-0.5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10784_5*l_h_i*1_1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5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10784_5*l_h_f*1_2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PRESET_TEXT" val="单击此处输入你的正文，为了最终演示发布的良好效果，请尽量言简意赅的阐述观点。"/>
  <p:tag name="KSO_WM_UNIT_LINE_FORE_SCHEMECOLOR_INDEX_BRIGHTNESS" val="0"/>
  <p:tag name="KSO_WM_UNIT_LINE_FORE_SCHEMECOLOR_INDEX" val="6"/>
  <p:tag name="KSO_WM_UNIT_LINE_FILL_TYPE" val="2"/>
  <p:tag name="KSO_WM_UNIT_TEXT_FILL_FORE_SCHEMECOLOR_INDEX_BRIGHTNESS" val="-0.5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10784_5*l_h_i*1_2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7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10784_5*l_h_f*1_3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PRESET_TEXT" val="单击此处输入你的正文，为了最终演示发布的良好效果，请尽量言简意赅的阐述观点。"/>
  <p:tag name="KSO_WM_UNIT_LINE_FORE_SCHEMECOLOR_INDEX_BRIGHTNESS" val="0"/>
  <p:tag name="KSO_WM_UNIT_LINE_FORE_SCHEMECOLOR_INDEX" val="7"/>
  <p:tag name="KSO_WM_UNIT_LINE_FILL_TYPE" val="2"/>
  <p:tag name="KSO_WM_UNIT_TEXT_FILL_FORE_SCHEMECOLOR_INDEX_BRIGHTNESS" val="-0.5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10784_5*l_h_i*1_3_1"/>
  <p:tag name="KSO_WM_TEMPLATE_CATEGORY" val="diagram"/>
  <p:tag name="KSO_WM_TEMPLATE_INDEX" val="2021078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0"/>
  <p:tag name="KSO_WM_DIAGRAM_VIRTUALLY_FRAME" val="{&quot;height&quot;:419.98614173228344,&quot;left&quot;:72.68015748031496,&quot;top&quot;:96.00692913385826,&quot;width&quot;:814.5938582677165}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058_1*i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401453a90b9f4fd5b1215058b8a2f2e8"/>
  <p:tag name="KSO_WM_UNIT_DECORATE_INFO" val="{&quot;ReferentInfo&quot;:{&quot;Id&quot;:&quot;2d2094633d9c481aa0d84a95a0159686&quot;,&quot;X&quot;:{&quot;Pos&quot;:1},&quot;Y&quot;:{&quot;Pos&quot;:2}},&quot;DecorateInfoX&quot;:{&quot;Pos&quot;:1,&quot;IsAbs&quot;:true},&quot;DecorateInfoY&quot;:{&quot;Pos&quot;:0,&quot;IsAbs&quot;:true},&quot;DecorateInfoW&quot;:{&quot;IsAbs&quot;:true},&quot;DecorateInfoH&quot;:{&quot;IsAbs&quot;:true},&quot;whChangeMode&quot;:0}"/>
  <p:tag name="KSO_WM_UNIT_LINE_FORE_SCHEMECOLOR_INDEX_BRIGHTNESS" val="0"/>
  <p:tag name="KSO_WM_UNIT_LINE_FORE_SCHEMECOLOR_INDEX" val="5"/>
  <p:tag name="KSO_WM_UNIT_LINE_FILL_TYPE" val="2"/>
</p:tagLst>
</file>

<file path=ppt/tags/tag420.xml><?xml version="1.0" encoding="utf-8"?>
<p:tagLst xmlns:p="http://schemas.openxmlformats.org/presentationml/2006/main">
  <p:tag name="KSO_WM_UNIT_ISCONTENTSTITLE" val="0"/>
  <p:tag name="KSO_WM_UNIT_ISNUMDGMTITLE" val="0"/>
  <p:tag name="KSO_WM_UNIT_PRESET_TEXT" val="线型上下导航版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058_1*a*1"/>
  <p:tag name="KSO_WM_TEMPLATE_CATEGORY" val="diagram"/>
  <p:tag name="KSO_WM_TEMPLATE_INDEX" val="20220058"/>
  <p:tag name="KSO_WM_UNIT_LAYERLEVEL" val="1"/>
  <p:tag name="KSO_WM_TAG_VERSION" val="1.0"/>
  <p:tag name="KSO_WM_BEAUTIFY_FLAG" val="#wm#"/>
  <p:tag name="KSO_WM_UNIT_VALUE" val="27"/>
  <p:tag name="KSO_WM_UNIT_BLOCK" val="0"/>
  <p:tag name="KSO_WM_UNIT_SM_LIMIT_TYPE" val="2"/>
  <p:tag name="KSO_WM_UNIT_DEC_AREA_ID" val="2d2094633d9c481aa0d84a95a015968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"/>
  <p:tag name="KSO_WM_UNIT_TEXT_FILL_FORE_SCHEMECOLOR_INDEX" val="13"/>
  <p:tag name="KSO_WM_UNIT_TEXT_FILL_TYPE" val="1"/>
</p:tagLst>
</file>

<file path=ppt/tags/tag421.xml><?xml version="1.0" encoding="utf-8"?>
<p:tagLst xmlns:p="http://schemas.openxmlformats.org/presentationml/2006/main">
  <p:tag name="KSO_WM_SLIDE_ID" val="diagram20220058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8"/>
  <p:tag name="KSO_WM_SLIDE_LAYOUT" val="a_d"/>
  <p:tag name="KSO_WM_SLIDE_LAYOUT_CNT" val="1_1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6-05-20T10:44:23&quot;,&quot;maxSize&quot;:{&quot;size1&quot;:20},&quot;minSize&quot;:{&quot;size1&quot;:11.2},&quot;normalSize&quot;:{&quot;size1&quot;:11.2},&quot;subLayout&quot;:[{&quot;id&quot;:&quot;2026-05-20T10:44:23&quot;,&quot;margin&quot;:{&quot;bottom&quot;:0.025999996811151505,&quot;left&quot;:1.2699999809265137,&quot;right&quot;:1.2699999809265137,&quot;top&quot;:0.4230000674724579},&quot;type&quot;:0},{&quot;id&quot;:&quot;2026-05-20T10:44:23&quot;,&quot;margin&quot;:{&quot;bottom&quot;:0.847000002861023,&quot;left&quot;:1.2699999809265137,&quot;right&quot;:1.2699999809265137,&quot;top&quot;:1.2699999809265137},&quot;type&quot;:0}],&quot;type&quot;:0}"/>
  <p:tag name="KSO_WM_SLIDE_RATIO" val="1.777778"/>
  <p:tag name="KSO_WM_SLIDE_BACKGROUND" val="[&quot;general&quot;]"/>
  <p:tag name="KSO_WM_SLIDE_BK_DARK_LIGHT" val="2"/>
  <p:tag name="KSO_WM_SLIDE_BACKGROUND_TYPE" val="general"/>
</p:tagLst>
</file>

<file path=ppt/tags/tag422.xml><?xml version="1.0" encoding="utf-8"?>
<p:tagLst xmlns:p="http://schemas.openxmlformats.org/presentationml/2006/main">
  <p:tag name="KSO_WM_TAG_VERSION" val="1.0"/>
  <p:tag name="KSO_WM_BEAUTIFY_FLAG" val="#wm#"/>
  <p:tag name="KSO_WM_UNIT_TYPE" val="a"/>
  <p:tag name="KSO_WM_UNIT_INDEX" val="1"/>
  <p:tag name="KSO_WM_UNIT_LAYERLEVEL" val="1"/>
  <p:tag name="KSO_WM_UNIT_VALUE" val="4"/>
  <p:tag name="KSO_WM_UNIT_ISCONTENTSTITLE" val="0"/>
  <p:tag name="KSO_WM_UNIT_HIGHLIGHT" val="0"/>
  <p:tag name="KSO_WM_UNIT_COMPATIBLE" val="0"/>
  <p:tag name="KSO_WM_UNIT_PRESET_TEXT" val="谢谢欣赏"/>
  <p:tag name="KSO_WM_TEMPLATE_CATEGORY" val="custom"/>
  <p:tag name="KSO_WM_TEMPLATE_INDEX" val="20180816"/>
  <p:tag name="KSO_WM_UNIT_ID" val="custom20180816_28*a*1"/>
  <p:tag name="KSO_WM_UNIT_NOCLEAR" val="1"/>
  <p:tag name="KSO_WM_UNIT_DIAGRAM_ISNUMVISUAL" val="0"/>
  <p:tag name="KSO_WM_UNIT_DIAGRAM_ISREFERUNIT" val="0"/>
  <p:tag name="KSO_WM_UNIT_ISNUMDGMTITLE" val="0"/>
  <p:tag name="KSO_WM_UNIT_TEXT_FILL_FORE_SCHEMECOLOR_INDEX_BRIGHTNESS" val="0"/>
  <p:tag name="KSO_WM_UNIT_TEXT_FILL_FORE_SCHEMECOLOR_INDEX" val="5"/>
  <p:tag name="KSO_WM_UNIT_TEXT_FILL_TYPE" val="1"/>
</p:tagLst>
</file>

<file path=ppt/tags/tag423.xml><?xml version="1.0" encoding="utf-8"?>
<p:tagLst xmlns:p="http://schemas.openxmlformats.org/presentationml/2006/main">
  <p:tag name="KSO_WM_TAG_VERSION" val="1.0"/>
  <p:tag name="KSO_WM_SLIDE_ITEM_CNT" val="0"/>
  <p:tag name="KSO_WM_SLIDE_LAYOUT" val="a"/>
  <p:tag name="KSO_WM_SLIDE_LAYOUT_CNT" val="1"/>
  <p:tag name="KSO_WM_SLIDE_TYPE" val="endPage"/>
  <p:tag name="KSO_WM_BEAUTIFY_FLAG" val="#wm#"/>
  <p:tag name="KSO_WM_COMBINE_RELATE_SLIDE_ID" val="background20177651_10"/>
  <p:tag name="KSO_WM_TEMPLATE_CATEGORY" val="custom"/>
  <p:tag name="KSO_WM_TEMPLATE_INDEX" val="20180816"/>
  <p:tag name="KSO_WM_SLIDE_ID" val="custom20180816_28"/>
  <p:tag name="KSO_WM_SLIDE_INDEX" val="28"/>
  <p:tag name="KSO_WM_TEMPLATE_SUBCATEGORY" val="0"/>
  <p:tag name="KSO_WM_SLIDE_SUBTYPE" val="pureTxt"/>
  <p:tag name="KSO_WM_TEMPLATE_MASTER_TYPE" val="1"/>
  <p:tag name="KSO_WM_TEMPLATE_COLOR_TYPE" val="1"/>
</p:tagLst>
</file>

<file path=ppt/tags/tag424.xml><?xml version="1.0" encoding="utf-8"?>
<p:tagLst xmlns:p="http://schemas.openxmlformats.org/presentationml/2006/main">
  <p:tag name="resource_record_key" val="{&quot;65&quot;:[20180816],&quot;71&quot;:[7623568008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mbri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E3D7CE"/>
      </a:dk2>
      <a:lt2>
        <a:srgbClr val="F2ECE5"/>
      </a:lt2>
      <a:accent1>
        <a:srgbClr val="988487"/>
      </a:accent1>
      <a:accent2>
        <a:srgbClr val="93868A"/>
      </a:accent2>
      <a:accent3>
        <a:srgbClr val="90868F"/>
      </a:accent3>
      <a:accent4>
        <a:srgbClr val="8C8791"/>
      </a:accent4>
      <a:accent5>
        <a:srgbClr val="888694"/>
      </a:accent5>
      <a:accent6>
        <a:srgbClr val="858797"/>
      </a:accent6>
      <a:hlink>
        <a:srgbClr val="5D6BBE"/>
      </a:hlink>
      <a:folHlink>
        <a:srgbClr val="725E82"/>
      </a:folHlink>
    </a:clrScheme>
    <a:fontScheme name="">
      <a:majorFont>
        <a:latin typeface="Calibri"/>
        <a:ea typeface="宋体"/>
        <a:cs typeface=""/>
      </a:majorFont>
      <a:minorFont>
        <a:latin typeface="Cambri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80A05"/>
      </a:dk2>
      <a:lt2>
        <a:srgbClr val="FEEDEC"/>
      </a:lt2>
      <a:accent1>
        <a:srgbClr val="E74436"/>
      </a:accent1>
      <a:accent2>
        <a:srgbClr val="E75336"/>
      </a:accent2>
      <a:accent3>
        <a:srgbClr val="E76236"/>
      </a:accent3>
      <a:accent4>
        <a:srgbClr val="E77136"/>
      </a:accent4>
      <a:accent5>
        <a:srgbClr val="E78036"/>
      </a:accent5>
      <a:accent6>
        <a:srgbClr val="E78E36"/>
      </a:accent6>
      <a:hlink>
        <a:srgbClr val="F79187"/>
      </a:hlink>
      <a:folHlink>
        <a:srgbClr val="D1B3AD"/>
      </a:folHlink>
    </a:clrScheme>
    <a:fontScheme name="">
      <a:majorFont>
        <a:latin typeface="Calibri"/>
        <a:ea typeface="宋体"/>
        <a:cs typeface=""/>
      </a:majorFont>
      <a:minorFont>
        <a:latin typeface="Cambri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WPS 演示</Application>
  <PresentationFormat>On-screen Show (4:3)</PresentationFormat>
  <Paragraphs>152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Arial</vt:lpstr>
      <vt:lpstr>隶书</vt:lpstr>
      <vt:lpstr>汉仪尚巍手书W</vt:lpstr>
      <vt:lpstr>Montserrat Black</vt:lpstr>
      <vt:lpstr>Segoe Print</vt:lpstr>
      <vt:lpstr>Cambria</vt:lpstr>
      <vt:lpstr>黑体</vt:lpstr>
      <vt:lpstr>微软雅黑</vt:lpstr>
      <vt:lpstr>Calibri</vt:lpstr>
      <vt:lpstr>Arial Unicode MS</vt:lpstr>
      <vt:lpstr>Office Theme</vt:lpstr>
      <vt:lpstr>2_Office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技术架构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周竞由0122</cp:lastModifiedBy>
  <cp:revision>4</cp:revision>
  <dcterms:created xsi:type="dcterms:W3CDTF">2013-01-27T09:14:00Z</dcterms:created>
  <dcterms:modified xsi:type="dcterms:W3CDTF">2026-05-20T03:04:53Z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A4D8AE41EC974717B7AC92163C07AB81_12</vt:lpwstr>
  </property>
</Properties>
</file>